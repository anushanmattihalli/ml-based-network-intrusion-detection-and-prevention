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4" r:id="rId2"/>
    <p:sldId id="413" r:id="rId3"/>
    <p:sldId id="440" r:id="rId4"/>
    <p:sldId id="466" r:id="rId5"/>
    <p:sldId id="441" r:id="rId6"/>
    <p:sldId id="468" r:id="rId7"/>
    <p:sldId id="465" r:id="rId8"/>
    <p:sldId id="462" r:id="rId9"/>
    <p:sldId id="467" r:id="rId10"/>
    <p:sldId id="463" r:id="rId11"/>
    <p:sldId id="464" r:id="rId12"/>
    <p:sldId id="434" r:id="rId13"/>
  </p:sldIdLst>
  <p:sldSz cx="10799763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7D26"/>
    <a:srgbClr val="FF9900"/>
    <a:srgbClr val="FF6600"/>
    <a:srgbClr val="CCFFFF"/>
    <a:srgbClr val="66FFFF"/>
    <a:srgbClr val="FFFF66"/>
    <a:srgbClr val="FFFF00"/>
    <a:srgbClr val="FFFFCC"/>
    <a:srgbClr val="FF99FF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8427EB-1B02-4C5E-8F87-CD7A0C940B0B}" v="103" dt="2026-03-18T05:39:20.8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0056" autoAdjust="0"/>
  </p:normalViewPr>
  <p:slideViewPr>
    <p:cSldViewPr>
      <p:cViewPr varScale="1">
        <p:scale>
          <a:sx n="86" d="100"/>
          <a:sy n="86" d="100"/>
        </p:scale>
        <p:origin x="941" y="48"/>
      </p:cViewPr>
      <p:guideLst>
        <p:guide orient="horz" pos="2160"/>
        <p:guide pos="34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328"/>
    </p:cViewPr>
  </p:sorterViewPr>
  <p:notesViewPr>
    <p:cSldViewPr>
      <p:cViewPr varScale="1">
        <p:scale>
          <a:sx n="55" d="100"/>
          <a:sy n="55" d="100"/>
        </p:scale>
        <p:origin x="2880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A N M - 251100690004 - MSISMPL" userId="1777c829-8115-4e85-a30f-490c7858522c" providerId="ADAL" clId="{ACE3C4AA-672C-4CC2-95ED-CA635EED878C}"/>
    <pc:docChg chg="undo redo custSel addSld delSld modSld">
      <pc:chgData name="ANUSHA N M - 251100690004 - MSISMPL" userId="1777c829-8115-4e85-a30f-490c7858522c" providerId="ADAL" clId="{ACE3C4AA-672C-4CC2-95ED-CA635EED878C}" dt="2026-03-18T05:39:32.953" v="766" actId="1076"/>
      <pc:docMkLst>
        <pc:docMk/>
      </pc:docMkLst>
      <pc:sldChg chg="modSp add del modTransition">
        <pc:chgData name="ANUSHA N M - 251100690004 - MSISMPL" userId="1777c829-8115-4e85-a30f-490c7858522c" providerId="ADAL" clId="{ACE3C4AA-672C-4CC2-95ED-CA635EED878C}" dt="2026-03-17T14:27:00.680" v="273" actId="47"/>
        <pc:sldMkLst>
          <pc:docMk/>
          <pc:sldMk cId="0" sldId="259"/>
        </pc:sldMkLst>
        <pc:spChg chg="mod">
          <ac:chgData name="ANUSHA N M - 251100690004 - MSISMPL" userId="1777c829-8115-4e85-a30f-490c7858522c" providerId="ADAL" clId="{ACE3C4AA-672C-4CC2-95ED-CA635EED878C}" dt="2026-03-17T14:26:58.483" v="272"/>
          <ac:spMkLst>
            <pc:docMk/>
            <pc:sldMk cId="0" sldId="259"/>
            <ac:spMk id="3" creationId="{00000000-0000-0000-0000-000000000000}"/>
          </ac:spMkLst>
        </pc:spChg>
        <pc:spChg chg="mod">
          <ac:chgData name="ANUSHA N M - 251100690004 - MSISMPL" userId="1777c829-8115-4e85-a30f-490c7858522c" providerId="ADAL" clId="{ACE3C4AA-672C-4CC2-95ED-CA635EED878C}" dt="2026-03-17T14:26:58.483" v="272"/>
          <ac:spMkLst>
            <pc:docMk/>
            <pc:sldMk cId="0" sldId="259"/>
            <ac:spMk id="4" creationId="{00000000-0000-0000-0000-000000000000}"/>
          </ac:spMkLst>
        </pc:spChg>
        <pc:spChg chg="mod">
          <ac:chgData name="ANUSHA N M - 251100690004 - MSISMPL" userId="1777c829-8115-4e85-a30f-490c7858522c" providerId="ADAL" clId="{ACE3C4AA-672C-4CC2-95ED-CA635EED878C}" dt="2026-03-17T14:26:58.483" v="272"/>
          <ac:spMkLst>
            <pc:docMk/>
            <pc:sldMk cId="0" sldId="259"/>
            <ac:spMk id="5" creationId="{00000000-0000-0000-0000-000000000000}"/>
          </ac:spMkLst>
        </pc:spChg>
      </pc:sldChg>
      <pc:sldChg chg="modSp add del modTransition">
        <pc:chgData name="ANUSHA N M - 251100690004 - MSISMPL" userId="1777c829-8115-4e85-a30f-490c7858522c" providerId="ADAL" clId="{ACE3C4AA-672C-4CC2-95ED-CA635EED878C}" dt="2026-03-17T14:36:38.500" v="320" actId="47"/>
        <pc:sldMkLst>
          <pc:docMk/>
          <pc:sldMk cId="0" sldId="277"/>
        </pc:sldMkLst>
        <pc:spChg chg="mod">
          <ac:chgData name="ANUSHA N M - 251100690004 - MSISMPL" userId="1777c829-8115-4e85-a30f-490c7858522c" providerId="ADAL" clId="{ACE3C4AA-672C-4CC2-95ED-CA635EED878C}" dt="2026-03-17T14:36:26.739" v="318"/>
          <ac:spMkLst>
            <pc:docMk/>
            <pc:sldMk cId="0" sldId="277"/>
            <ac:spMk id="3" creationId="{00000000-0000-0000-0000-000000000000}"/>
          </ac:spMkLst>
        </pc:spChg>
        <pc:spChg chg="mod">
          <ac:chgData name="ANUSHA N M - 251100690004 - MSISMPL" userId="1777c829-8115-4e85-a30f-490c7858522c" providerId="ADAL" clId="{ACE3C4AA-672C-4CC2-95ED-CA635EED878C}" dt="2026-03-17T14:36:26.739" v="318"/>
          <ac:spMkLst>
            <pc:docMk/>
            <pc:sldMk cId="0" sldId="277"/>
            <ac:spMk id="4" creationId="{00000000-0000-0000-0000-000000000000}"/>
          </ac:spMkLst>
        </pc:spChg>
        <pc:spChg chg="mod">
          <ac:chgData name="ANUSHA N M - 251100690004 - MSISMPL" userId="1777c829-8115-4e85-a30f-490c7858522c" providerId="ADAL" clId="{ACE3C4AA-672C-4CC2-95ED-CA635EED878C}" dt="2026-03-17T14:36:26.739" v="318"/>
          <ac:spMkLst>
            <pc:docMk/>
            <pc:sldMk cId="0" sldId="277"/>
            <ac:spMk id="5" creationId="{00000000-0000-0000-0000-000000000000}"/>
          </ac:spMkLst>
        </pc:spChg>
      </pc:sldChg>
      <pc:sldChg chg="modSp mod">
        <pc:chgData name="ANUSHA N M - 251100690004 - MSISMPL" userId="1777c829-8115-4e85-a30f-490c7858522c" providerId="ADAL" clId="{ACE3C4AA-672C-4CC2-95ED-CA635EED878C}" dt="2026-03-17T18:14:03.753" v="706" actId="20577"/>
        <pc:sldMkLst>
          <pc:docMk/>
          <pc:sldMk cId="1878279758" sldId="413"/>
        </pc:sldMkLst>
        <pc:spChg chg="mod">
          <ac:chgData name="ANUSHA N M - 251100690004 - MSISMPL" userId="1777c829-8115-4e85-a30f-490c7858522c" providerId="ADAL" clId="{ACE3C4AA-672C-4CC2-95ED-CA635EED878C}" dt="2026-03-17T18:14:03.753" v="706" actId="20577"/>
          <ac:spMkLst>
            <pc:docMk/>
            <pc:sldMk cId="1878279758" sldId="413"/>
            <ac:spMk id="3" creationId="{00000000-0000-0000-0000-000000000000}"/>
          </ac:spMkLst>
        </pc:spChg>
      </pc:sldChg>
      <pc:sldChg chg="addSp delSp modSp mod">
        <pc:chgData name="ANUSHA N M - 251100690004 - MSISMPL" userId="1777c829-8115-4e85-a30f-490c7858522c" providerId="ADAL" clId="{ACE3C4AA-672C-4CC2-95ED-CA635EED878C}" dt="2026-03-17T13:58:54.036" v="171" actId="1076"/>
        <pc:sldMkLst>
          <pc:docMk/>
          <pc:sldMk cId="3954245881" sldId="440"/>
        </pc:sldMkLst>
        <pc:spChg chg="mod">
          <ac:chgData name="ANUSHA N M - 251100690004 - MSISMPL" userId="1777c829-8115-4e85-a30f-490c7858522c" providerId="ADAL" clId="{ACE3C4AA-672C-4CC2-95ED-CA635EED878C}" dt="2026-03-17T13:51:11.301" v="142" actId="123"/>
          <ac:spMkLst>
            <pc:docMk/>
            <pc:sldMk cId="3954245881" sldId="440"/>
            <ac:spMk id="5" creationId="{6BDFAA25-61D8-186C-0F4E-74FBB77B63BA}"/>
          </ac:spMkLst>
        </pc:spChg>
        <pc:spChg chg="mod">
          <ac:chgData name="ANUSHA N M - 251100690004 - MSISMPL" userId="1777c829-8115-4e85-a30f-490c7858522c" providerId="ADAL" clId="{ACE3C4AA-672C-4CC2-95ED-CA635EED878C}" dt="2026-03-17T13:51:13.199" v="143" actId="123"/>
          <ac:spMkLst>
            <pc:docMk/>
            <pc:sldMk cId="3954245881" sldId="440"/>
            <ac:spMk id="21" creationId="{5B227807-BE25-E46B-9254-F22A72FA8198}"/>
          </ac:spMkLst>
        </pc:spChg>
        <pc:picChg chg="add mod modCrop">
          <ac:chgData name="ANUSHA N M - 251100690004 - MSISMPL" userId="1777c829-8115-4e85-a30f-490c7858522c" providerId="ADAL" clId="{ACE3C4AA-672C-4CC2-95ED-CA635EED878C}" dt="2026-03-17T13:58:54.036" v="171" actId="1076"/>
          <ac:picMkLst>
            <pc:docMk/>
            <pc:sldMk cId="3954245881" sldId="440"/>
            <ac:picMk id="4" creationId="{261952B5-0B00-ECF1-3ED2-EDBC6519C256}"/>
          </ac:picMkLst>
        </pc:picChg>
        <pc:picChg chg="del">
          <ac:chgData name="ANUSHA N M - 251100690004 - MSISMPL" userId="1777c829-8115-4e85-a30f-490c7858522c" providerId="ADAL" clId="{ACE3C4AA-672C-4CC2-95ED-CA635EED878C}" dt="2026-03-17T07:52:52.113" v="79" actId="478"/>
          <ac:picMkLst>
            <pc:docMk/>
            <pc:sldMk cId="3954245881" sldId="440"/>
            <ac:picMk id="18" creationId="{09F390BB-094A-81F5-5E64-DA8E9E05A402}"/>
          </ac:picMkLst>
        </pc:picChg>
        <pc:picChg chg="del">
          <ac:chgData name="ANUSHA N M - 251100690004 - MSISMPL" userId="1777c829-8115-4e85-a30f-490c7858522c" providerId="ADAL" clId="{ACE3C4AA-672C-4CC2-95ED-CA635EED878C}" dt="2026-03-17T07:52:50.100" v="78" actId="478"/>
          <ac:picMkLst>
            <pc:docMk/>
            <pc:sldMk cId="3954245881" sldId="440"/>
            <ac:picMk id="1028" creationId="{7DC791D7-73C9-3242-DFB2-4C348F1BB39B}"/>
          </ac:picMkLst>
        </pc:picChg>
      </pc:sldChg>
      <pc:sldChg chg="addSp delSp modSp mod">
        <pc:chgData name="ANUSHA N M - 251100690004 - MSISMPL" userId="1777c829-8115-4e85-a30f-490c7858522c" providerId="ADAL" clId="{ACE3C4AA-672C-4CC2-95ED-CA635EED878C}" dt="2026-03-18T05:39:27.637" v="764" actId="2711"/>
        <pc:sldMkLst>
          <pc:docMk/>
          <pc:sldMk cId="4289601832" sldId="441"/>
        </pc:sldMkLst>
        <pc:spChg chg="del mod">
          <ac:chgData name="ANUSHA N M - 251100690004 - MSISMPL" userId="1777c829-8115-4e85-a30f-490c7858522c" providerId="ADAL" clId="{ACE3C4AA-672C-4CC2-95ED-CA635EED878C}" dt="2026-03-17T13:35:08.205" v="95" actId="478"/>
          <ac:spMkLst>
            <pc:docMk/>
            <pc:sldMk cId="4289601832" sldId="441"/>
            <ac:spMk id="4" creationId="{EE54F019-708A-454D-8724-F3011E518121}"/>
          </ac:spMkLst>
        </pc:spChg>
        <pc:graphicFrameChg chg="add del mod modGraphic">
          <ac:chgData name="ANUSHA N M - 251100690004 - MSISMPL" userId="1777c829-8115-4e85-a30f-490c7858522c" providerId="ADAL" clId="{ACE3C4AA-672C-4CC2-95ED-CA635EED878C}" dt="2026-03-17T13:35:05.505" v="94" actId="478"/>
          <ac:graphicFrameMkLst>
            <pc:docMk/>
            <pc:sldMk cId="4289601832" sldId="441"/>
            <ac:graphicFrameMk id="3" creationId="{F629925E-98AC-E4B9-BFCB-7AF3BDF8A806}"/>
          </ac:graphicFrameMkLst>
        </pc:graphicFrameChg>
        <pc:graphicFrameChg chg="add mod modGraphic">
          <ac:chgData name="ANUSHA N M - 251100690004 - MSISMPL" userId="1777c829-8115-4e85-a30f-490c7858522c" providerId="ADAL" clId="{ACE3C4AA-672C-4CC2-95ED-CA635EED878C}" dt="2026-03-18T05:39:27.637" v="764" actId="2711"/>
          <ac:graphicFrameMkLst>
            <pc:docMk/>
            <pc:sldMk cId="4289601832" sldId="441"/>
            <ac:graphicFrameMk id="5" creationId="{2F395ECE-7A09-68F9-0D57-03D508C79CFA}"/>
          </ac:graphicFrameMkLst>
        </pc:graphicFrameChg>
      </pc:sldChg>
      <pc:sldChg chg="del">
        <pc:chgData name="ANUSHA N M - 251100690004 - MSISMPL" userId="1777c829-8115-4e85-a30f-490c7858522c" providerId="ADAL" clId="{ACE3C4AA-672C-4CC2-95ED-CA635EED878C}" dt="2026-03-17T13:59:12.815" v="172" actId="47"/>
        <pc:sldMkLst>
          <pc:docMk/>
          <pc:sldMk cId="30425119" sldId="448"/>
        </pc:sldMkLst>
      </pc:sldChg>
      <pc:sldChg chg="addSp delSp modSp mod">
        <pc:chgData name="ANUSHA N M - 251100690004 - MSISMPL" userId="1777c829-8115-4e85-a30f-490c7858522c" providerId="ADAL" clId="{ACE3C4AA-672C-4CC2-95ED-CA635EED878C}" dt="2026-03-17T14:21:01.458" v="232" actId="207"/>
        <pc:sldMkLst>
          <pc:docMk/>
          <pc:sldMk cId="1399500336" sldId="462"/>
        </pc:sldMkLst>
        <pc:spChg chg="add del">
          <ac:chgData name="ANUSHA N M - 251100690004 - MSISMPL" userId="1777c829-8115-4e85-a30f-490c7858522c" providerId="ADAL" clId="{ACE3C4AA-672C-4CC2-95ED-CA635EED878C}" dt="2026-03-17T14:11:22.678" v="177" actId="478"/>
          <ac:spMkLst>
            <pc:docMk/>
            <pc:sldMk cId="1399500336" sldId="462"/>
            <ac:spMk id="2" creationId="{8B084558-EB36-1668-667B-5D5B17FDDBEC}"/>
          </ac:spMkLst>
        </pc:spChg>
        <pc:spChg chg="del">
          <ac:chgData name="ANUSHA N M - 251100690004 - MSISMPL" userId="1777c829-8115-4e85-a30f-490c7858522c" providerId="ADAL" clId="{ACE3C4AA-672C-4CC2-95ED-CA635EED878C}" dt="2026-03-17T14:11:17.855" v="175" actId="478"/>
          <ac:spMkLst>
            <pc:docMk/>
            <pc:sldMk cId="1399500336" sldId="462"/>
            <ac:spMk id="5" creationId="{B77F5B72-1C01-48AA-BB4B-F5D7980AD148}"/>
          </ac:spMkLst>
        </pc:spChg>
        <pc:spChg chg="add mod">
          <ac:chgData name="ANUSHA N M - 251100690004 - MSISMPL" userId="1777c829-8115-4e85-a30f-490c7858522c" providerId="ADAL" clId="{ACE3C4AA-672C-4CC2-95ED-CA635EED878C}" dt="2026-03-17T14:19:31.046" v="214" actId="1076"/>
          <ac:spMkLst>
            <pc:docMk/>
            <pc:sldMk cId="1399500336" sldId="462"/>
            <ac:spMk id="9" creationId="{CD2E1CE8-1967-442B-1A13-D1FBCC04BC54}"/>
          </ac:spMkLst>
        </pc:spChg>
        <pc:spChg chg="add mod">
          <ac:chgData name="ANUSHA N M - 251100690004 - MSISMPL" userId="1777c829-8115-4e85-a30f-490c7858522c" providerId="ADAL" clId="{ACE3C4AA-672C-4CC2-95ED-CA635EED878C}" dt="2026-03-17T14:18:57.973" v="208" actId="1076"/>
          <ac:spMkLst>
            <pc:docMk/>
            <pc:sldMk cId="1399500336" sldId="462"/>
            <ac:spMk id="10" creationId="{111527F6-1721-A5B5-8B94-C2E5834FF43E}"/>
          </ac:spMkLst>
        </pc:spChg>
        <pc:spChg chg="add mod">
          <ac:chgData name="ANUSHA N M - 251100690004 - MSISMPL" userId="1777c829-8115-4e85-a30f-490c7858522c" providerId="ADAL" clId="{ACE3C4AA-672C-4CC2-95ED-CA635EED878C}" dt="2026-03-17T14:20:31.057" v="225" actId="113"/>
          <ac:spMkLst>
            <pc:docMk/>
            <pc:sldMk cId="1399500336" sldId="462"/>
            <ac:spMk id="11" creationId="{333C8650-D611-3A07-872A-1170A4FD7D2C}"/>
          </ac:spMkLst>
        </pc:spChg>
        <pc:spChg chg="add mod">
          <ac:chgData name="ANUSHA N M - 251100690004 - MSISMPL" userId="1777c829-8115-4e85-a30f-490c7858522c" providerId="ADAL" clId="{ACE3C4AA-672C-4CC2-95ED-CA635EED878C}" dt="2026-03-17T14:21:01.458" v="232" actId="207"/>
          <ac:spMkLst>
            <pc:docMk/>
            <pc:sldMk cId="1399500336" sldId="462"/>
            <ac:spMk id="12" creationId="{E830439E-B67E-60B1-8747-4946642F2D0F}"/>
          </ac:spMkLst>
        </pc:spChg>
        <pc:picChg chg="add del mod">
          <ac:chgData name="ANUSHA N M - 251100690004 - MSISMPL" userId="1777c829-8115-4e85-a30f-490c7858522c" providerId="ADAL" clId="{ACE3C4AA-672C-4CC2-95ED-CA635EED878C}" dt="2026-03-17T14:16:36.134" v="182" actId="478"/>
          <ac:picMkLst>
            <pc:docMk/>
            <pc:sldMk cId="1399500336" sldId="462"/>
            <ac:picMk id="6" creationId="{C7227A2F-662D-CAE9-D3DC-9769CD6FE7AE}"/>
          </ac:picMkLst>
        </pc:picChg>
        <pc:picChg chg="add mod">
          <ac:chgData name="ANUSHA N M - 251100690004 - MSISMPL" userId="1777c829-8115-4e85-a30f-490c7858522c" providerId="ADAL" clId="{ACE3C4AA-672C-4CC2-95ED-CA635EED878C}" dt="2026-03-17T14:16:54.784" v="186" actId="1076"/>
          <ac:picMkLst>
            <pc:docMk/>
            <pc:sldMk cId="1399500336" sldId="462"/>
            <ac:picMk id="8" creationId="{1D93134F-6383-D60E-651E-D6AB2A1A53C8}"/>
          </ac:picMkLst>
        </pc:picChg>
      </pc:sldChg>
      <pc:sldChg chg="addSp delSp modSp mod">
        <pc:chgData name="ANUSHA N M - 251100690004 - MSISMPL" userId="1777c829-8115-4e85-a30f-490c7858522c" providerId="ADAL" clId="{ACE3C4AA-672C-4CC2-95ED-CA635EED878C}" dt="2026-03-18T05:28:33.153" v="728" actId="20577"/>
        <pc:sldMkLst>
          <pc:docMk/>
          <pc:sldMk cId="1573551517" sldId="463"/>
        </pc:sldMkLst>
        <pc:spChg chg="add del">
          <ac:chgData name="ANUSHA N M - 251100690004 - MSISMPL" userId="1777c829-8115-4e85-a30f-490c7858522c" providerId="ADAL" clId="{ACE3C4AA-672C-4CC2-95ED-CA635EED878C}" dt="2026-03-17T17:24:22.513" v="378" actId="478"/>
          <ac:spMkLst>
            <pc:docMk/>
            <pc:sldMk cId="1573551517" sldId="463"/>
            <ac:spMk id="2" creationId="{EE391EF6-0A0E-8D38-B41B-850CFCB95A0E}"/>
          </ac:spMkLst>
        </pc:spChg>
        <pc:spChg chg="del">
          <ac:chgData name="ANUSHA N M - 251100690004 - MSISMPL" userId="1777c829-8115-4e85-a30f-490c7858522c" providerId="ADAL" clId="{ACE3C4AA-672C-4CC2-95ED-CA635EED878C}" dt="2026-03-17T17:24:20.006" v="376" actId="478"/>
          <ac:spMkLst>
            <pc:docMk/>
            <pc:sldMk cId="1573551517" sldId="463"/>
            <ac:spMk id="5" creationId="{B77F5B72-1C01-48AA-BB4B-F5D7980AD148}"/>
          </ac:spMkLst>
        </pc:spChg>
        <pc:spChg chg="add mod">
          <ac:chgData name="ANUSHA N M - 251100690004 - MSISMPL" userId="1777c829-8115-4e85-a30f-490c7858522c" providerId="ADAL" clId="{ACE3C4AA-672C-4CC2-95ED-CA635EED878C}" dt="2026-03-18T05:28:33.153" v="728" actId="20577"/>
          <ac:spMkLst>
            <pc:docMk/>
            <pc:sldMk cId="1573551517" sldId="463"/>
            <ac:spMk id="9" creationId="{068412FE-60EC-2F6E-5C3C-5FFEEE70509B}"/>
          </ac:spMkLst>
        </pc:spChg>
        <pc:spChg chg="add mod">
          <ac:chgData name="ANUSHA N M - 251100690004 - MSISMPL" userId="1777c829-8115-4e85-a30f-490c7858522c" providerId="ADAL" clId="{ACE3C4AA-672C-4CC2-95ED-CA635EED878C}" dt="2026-03-17T17:33:18.280" v="400"/>
          <ac:spMkLst>
            <pc:docMk/>
            <pc:sldMk cId="1573551517" sldId="463"/>
            <ac:spMk id="10" creationId="{8FB17B91-E6D5-899D-E932-B1CC5B27F3DF}"/>
          </ac:spMkLst>
        </pc:spChg>
        <pc:spChg chg="add del mod">
          <ac:chgData name="ANUSHA N M - 251100690004 - MSISMPL" userId="1777c829-8115-4e85-a30f-490c7858522c" providerId="ADAL" clId="{ACE3C4AA-672C-4CC2-95ED-CA635EED878C}" dt="2026-03-17T17:33:22.673" v="403" actId="478"/>
          <ac:spMkLst>
            <pc:docMk/>
            <pc:sldMk cId="1573551517" sldId="463"/>
            <ac:spMk id="11" creationId="{B0752E99-F018-F0C1-221F-B2C726AB524C}"/>
          </ac:spMkLst>
        </pc:spChg>
        <pc:spChg chg="add mod">
          <ac:chgData name="ANUSHA N M - 251100690004 - MSISMPL" userId="1777c829-8115-4e85-a30f-490c7858522c" providerId="ADAL" clId="{ACE3C4AA-672C-4CC2-95ED-CA635EED878C}" dt="2026-03-17T17:37:35.841" v="474" actId="1076"/>
          <ac:spMkLst>
            <pc:docMk/>
            <pc:sldMk cId="1573551517" sldId="463"/>
            <ac:spMk id="12" creationId="{1633575A-3E3F-9FBF-0067-944A2B4C3C62}"/>
          </ac:spMkLst>
        </pc:spChg>
        <pc:spChg chg="add del mod">
          <ac:chgData name="ANUSHA N M - 251100690004 - MSISMPL" userId="1777c829-8115-4e85-a30f-490c7858522c" providerId="ADAL" clId="{ACE3C4AA-672C-4CC2-95ED-CA635EED878C}" dt="2026-03-17T17:37:10.591" v="471" actId="478"/>
          <ac:spMkLst>
            <pc:docMk/>
            <pc:sldMk cId="1573551517" sldId="463"/>
            <ac:spMk id="13" creationId="{D20247CD-BA22-2882-007A-B23A8924CB35}"/>
          </ac:spMkLst>
        </pc:spChg>
        <pc:picChg chg="add mod">
          <ac:chgData name="ANUSHA N M - 251100690004 - MSISMPL" userId="1777c829-8115-4e85-a30f-490c7858522c" providerId="ADAL" clId="{ACE3C4AA-672C-4CC2-95ED-CA635EED878C}" dt="2026-03-17T17:31:46.406" v="394" actId="1076"/>
          <ac:picMkLst>
            <pc:docMk/>
            <pc:sldMk cId="1573551517" sldId="463"/>
            <ac:picMk id="6" creationId="{8DD6D331-440F-87BB-C35F-DC2CD411BDD2}"/>
          </ac:picMkLst>
        </pc:picChg>
        <pc:picChg chg="add mod">
          <ac:chgData name="ANUSHA N M - 251100690004 - MSISMPL" userId="1777c829-8115-4e85-a30f-490c7858522c" providerId="ADAL" clId="{ACE3C4AA-672C-4CC2-95ED-CA635EED878C}" dt="2026-03-17T17:31:26.903" v="393" actId="14100"/>
          <ac:picMkLst>
            <pc:docMk/>
            <pc:sldMk cId="1573551517" sldId="463"/>
            <ac:picMk id="8" creationId="{6D83DA39-FBB0-9D31-1395-5B2EB937FD8C}"/>
          </ac:picMkLst>
        </pc:picChg>
      </pc:sldChg>
      <pc:sldChg chg="modSp mod">
        <pc:chgData name="ANUSHA N M - 251100690004 - MSISMPL" userId="1777c829-8115-4e85-a30f-490c7858522c" providerId="ADAL" clId="{ACE3C4AA-672C-4CC2-95ED-CA635EED878C}" dt="2026-03-17T18:13:33.079" v="679" actId="1076"/>
        <pc:sldMkLst>
          <pc:docMk/>
          <pc:sldMk cId="2126352998" sldId="464"/>
        </pc:sldMkLst>
        <pc:spChg chg="mod">
          <ac:chgData name="ANUSHA N M - 251100690004 - MSISMPL" userId="1777c829-8115-4e85-a30f-490c7858522c" providerId="ADAL" clId="{ACE3C4AA-672C-4CC2-95ED-CA635EED878C}" dt="2026-03-17T18:13:33.079" v="679" actId="1076"/>
          <ac:spMkLst>
            <pc:docMk/>
            <pc:sldMk cId="2126352998" sldId="464"/>
            <ac:spMk id="5" creationId="{B77F5B72-1C01-48AA-BB4B-F5D7980AD148}"/>
          </ac:spMkLst>
        </pc:spChg>
      </pc:sldChg>
      <pc:sldChg chg="addSp delSp modSp mod">
        <pc:chgData name="ANUSHA N M - 251100690004 - MSISMPL" userId="1777c829-8115-4e85-a30f-490c7858522c" providerId="ADAL" clId="{ACE3C4AA-672C-4CC2-95ED-CA635EED878C}" dt="2026-03-17T17:11:55.964" v="368" actId="22"/>
        <pc:sldMkLst>
          <pc:docMk/>
          <pc:sldMk cId="1574296500" sldId="465"/>
        </pc:sldMkLst>
        <pc:spChg chg="add del">
          <ac:chgData name="ANUSHA N M - 251100690004 - MSISMPL" userId="1777c829-8115-4e85-a30f-490c7858522c" providerId="ADAL" clId="{ACE3C4AA-672C-4CC2-95ED-CA635EED878C}" dt="2026-03-17T07:12:49.450" v="70" actId="478"/>
          <ac:spMkLst>
            <pc:docMk/>
            <pc:sldMk cId="1574296500" sldId="465"/>
            <ac:spMk id="3" creationId="{4F3DEBE1-2369-588E-AC70-3E272783EAA7}"/>
          </ac:spMkLst>
        </pc:spChg>
        <pc:spChg chg="del">
          <ac:chgData name="ANUSHA N M - 251100690004 - MSISMPL" userId="1777c829-8115-4e85-a30f-490c7858522c" providerId="ADAL" clId="{ACE3C4AA-672C-4CC2-95ED-CA635EED878C}" dt="2026-03-17T07:12:46.096" v="68" actId="478"/>
          <ac:spMkLst>
            <pc:docMk/>
            <pc:sldMk cId="1574296500" sldId="465"/>
            <ac:spMk id="4" creationId="{EE54F019-708A-454D-8724-F3011E518121}"/>
          </ac:spMkLst>
        </pc:spChg>
        <pc:spChg chg="add mod">
          <ac:chgData name="ANUSHA N M - 251100690004 - MSISMPL" userId="1777c829-8115-4e85-a30f-490c7858522c" providerId="ADAL" clId="{ACE3C4AA-672C-4CC2-95ED-CA635EED878C}" dt="2026-03-17T13:53:00.040" v="155" actId="14100"/>
          <ac:spMkLst>
            <pc:docMk/>
            <pc:sldMk cId="1574296500" sldId="465"/>
            <ac:spMk id="11" creationId="{B45751AA-4419-C03C-606A-1FC67635454B}"/>
          </ac:spMkLst>
        </pc:spChg>
        <pc:spChg chg="add mod">
          <ac:chgData name="ANUSHA N M - 251100690004 - MSISMPL" userId="1777c829-8115-4e85-a30f-490c7858522c" providerId="ADAL" clId="{ACE3C4AA-672C-4CC2-95ED-CA635EED878C}" dt="2026-03-17T13:52:48.676" v="153" actId="1076"/>
          <ac:spMkLst>
            <pc:docMk/>
            <pc:sldMk cId="1574296500" sldId="465"/>
            <ac:spMk id="12" creationId="{FB91906C-57D3-9284-5F03-840825C6B4B2}"/>
          </ac:spMkLst>
        </pc:spChg>
        <pc:spChg chg="add mod">
          <ac:chgData name="ANUSHA N M - 251100690004 - MSISMPL" userId="1777c829-8115-4e85-a30f-490c7858522c" providerId="ADAL" clId="{ACE3C4AA-672C-4CC2-95ED-CA635EED878C}" dt="2026-03-17T13:52:54.690" v="154" actId="1076"/>
          <ac:spMkLst>
            <pc:docMk/>
            <pc:sldMk cId="1574296500" sldId="465"/>
            <ac:spMk id="13" creationId="{8BC13E7A-EA00-0DFA-FBE1-F72A2A7E1573}"/>
          </ac:spMkLst>
        </pc:spChg>
        <pc:spChg chg="add del">
          <ac:chgData name="ANUSHA N M - 251100690004 - MSISMPL" userId="1777c829-8115-4e85-a30f-490c7858522c" providerId="ADAL" clId="{ACE3C4AA-672C-4CC2-95ED-CA635EED878C}" dt="2026-03-17T17:11:55.964" v="368" actId="22"/>
          <ac:spMkLst>
            <pc:docMk/>
            <pc:sldMk cId="1574296500" sldId="465"/>
            <ac:spMk id="15" creationId="{4F78F5C3-0F57-59FB-B9DE-2C92C85AFC24}"/>
          </ac:spMkLst>
        </pc:spChg>
        <pc:picChg chg="add del mod">
          <ac:chgData name="ANUSHA N M - 251100690004 - MSISMPL" userId="1777c829-8115-4e85-a30f-490c7858522c" providerId="ADAL" clId="{ACE3C4AA-672C-4CC2-95ED-CA635EED878C}" dt="2026-03-17T07:25:31.949" v="77" actId="478"/>
          <ac:picMkLst>
            <pc:docMk/>
            <pc:sldMk cId="1574296500" sldId="465"/>
            <ac:picMk id="6" creationId="{139D5116-49A9-8B9E-CAFD-ACAD41904227}"/>
          </ac:picMkLst>
        </pc:picChg>
        <pc:picChg chg="add mod">
          <ac:chgData name="ANUSHA N M - 251100690004 - MSISMPL" userId="1777c829-8115-4e85-a30f-490c7858522c" providerId="ADAL" clId="{ACE3C4AA-672C-4CC2-95ED-CA635EED878C}" dt="2026-03-17T13:53:13.766" v="158" actId="14100"/>
          <ac:picMkLst>
            <pc:docMk/>
            <pc:sldMk cId="1574296500" sldId="465"/>
            <ac:picMk id="8" creationId="{12386A9A-E032-A628-334E-C6A0B1842A0E}"/>
          </ac:picMkLst>
        </pc:picChg>
        <pc:picChg chg="add del mod">
          <ac:chgData name="ANUSHA N M - 251100690004 - MSISMPL" userId="1777c829-8115-4e85-a30f-490c7858522c" providerId="ADAL" clId="{ACE3C4AA-672C-4CC2-95ED-CA635EED878C}" dt="2026-03-17T13:48:12.463" v="110" actId="478"/>
          <ac:picMkLst>
            <pc:docMk/>
            <pc:sldMk cId="1574296500" sldId="465"/>
            <ac:picMk id="10" creationId="{6FEE5EB4-5FE2-9E27-07D1-45D523AFCFD7}"/>
          </ac:picMkLst>
        </pc:picChg>
      </pc:sldChg>
      <pc:sldChg chg="addSp delSp modSp mod">
        <pc:chgData name="ANUSHA N M - 251100690004 - MSISMPL" userId="1777c829-8115-4e85-a30f-490c7858522c" providerId="ADAL" clId="{ACE3C4AA-672C-4CC2-95ED-CA635EED878C}" dt="2026-03-18T05:27:33.460" v="721" actId="120"/>
        <pc:sldMkLst>
          <pc:docMk/>
          <pc:sldMk cId="2131709482" sldId="466"/>
        </pc:sldMkLst>
        <pc:spChg chg="add del mod">
          <ac:chgData name="ANUSHA N M - 251100690004 - MSISMPL" userId="1777c829-8115-4e85-a30f-490c7858522c" providerId="ADAL" clId="{ACE3C4AA-672C-4CC2-95ED-CA635EED878C}" dt="2026-03-18T05:27:33.460" v="721" actId="120"/>
          <ac:spMkLst>
            <pc:docMk/>
            <pc:sldMk cId="2131709482" sldId="466"/>
            <ac:spMk id="3" creationId="{E1002835-D63F-5A77-7576-1FD01FF4BE91}"/>
          </ac:spMkLst>
        </pc:spChg>
        <pc:spChg chg="add mod">
          <ac:chgData name="ANUSHA N M - 251100690004 - MSISMPL" userId="1777c829-8115-4e85-a30f-490c7858522c" providerId="ADAL" clId="{ACE3C4AA-672C-4CC2-95ED-CA635EED878C}" dt="2026-03-17T13:51:07.666" v="141" actId="123"/>
          <ac:spMkLst>
            <pc:docMk/>
            <pc:sldMk cId="2131709482" sldId="466"/>
            <ac:spMk id="4" creationId="{6EBFB7A3-7D18-A6D4-94D4-13B3F9AFB6D1}"/>
          </ac:spMkLst>
        </pc:spChg>
        <pc:spChg chg="add mod">
          <ac:chgData name="ANUSHA N M - 251100690004 - MSISMPL" userId="1777c829-8115-4e85-a30f-490c7858522c" providerId="ADAL" clId="{ACE3C4AA-672C-4CC2-95ED-CA635EED878C}" dt="2026-03-17T13:51:02.992" v="139" actId="123"/>
          <ac:spMkLst>
            <pc:docMk/>
            <pc:sldMk cId="2131709482" sldId="466"/>
            <ac:spMk id="5" creationId="{D7113CD7-911B-8B83-6CDB-714A25D1668E}"/>
          </ac:spMkLst>
        </pc:spChg>
        <pc:spChg chg="add mod">
          <ac:chgData name="ANUSHA N M - 251100690004 - MSISMPL" userId="1777c829-8115-4e85-a30f-490c7858522c" providerId="ADAL" clId="{ACE3C4AA-672C-4CC2-95ED-CA635EED878C}" dt="2026-03-17T13:51:05.225" v="140" actId="123"/>
          <ac:spMkLst>
            <pc:docMk/>
            <pc:sldMk cId="2131709482" sldId="466"/>
            <ac:spMk id="6" creationId="{68BFE505-81D6-3A73-2512-D49F35931221}"/>
          </ac:spMkLst>
        </pc:spChg>
        <pc:spChg chg="del">
          <ac:chgData name="ANUSHA N M - 251100690004 - MSISMPL" userId="1777c829-8115-4e85-a30f-490c7858522c" providerId="ADAL" clId="{ACE3C4AA-672C-4CC2-95ED-CA635EED878C}" dt="2026-03-17T06:53:21.701" v="0" actId="478"/>
          <ac:spMkLst>
            <pc:docMk/>
            <pc:sldMk cId="2131709482" sldId="466"/>
            <ac:spMk id="9" creationId="{EE187B90-23F6-4416-A139-0D1D53F1CBCB}"/>
          </ac:spMkLst>
        </pc:spChg>
      </pc:sldChg>
      <pc:sldChg chg="addSp delSp modSp add mod">
        <pc:chgData name="ANUSHA N M - 251100690004 - MSISMPL" userId="1777c829-8115-4e85-a30f-490c7858522c" providerId="ADAL" clId="{ACE3C4AA-672C-4CC2-95ED-CA635EED878C}" dt="2026-03-18T05:39:32.953" v="766" actId="1076"/>
        <pc:sldMkLst>
          <pc:docMk/>
          <pc:sldMk cId="3432154714" sldId="467"/>
        </pc:sldMkLst>
        <pc:spChg chg="add mod">
          <ac:chgData name="ANUSHA N M - 251100690004 - MSISMPL" userId="1777c829-8115-4e85-a30f-490c7858522c" providerId="ADAL" clId="{ACE3C4AA-672C-4CC2-95ED-CA635EED878C}" dt="2026-03-18T05:39:21.222" v="760" actId="1076"/>
          <ac:spMkLst>
            <pc:docMk/>
            <pc:sldMk cId="3432154714" sldId="467"/>
            <ac:spMk id="5" creationId="{0316AA8F-1855-2E74-ED6B-1469122A7FA1}"/>
          </ac:spMkLst>
        </pc:spChg>
        <pc:spChg chg="add mod">
          <ac:chgData name="ANUSHA N M - 251100690004 - MSISMPL" userId="1777c829-8115-4e85-a30f-490c7858522c" providerId="ADAL" clId="{ACE3C4AA-672C-4CC2-95ED-CA635EED878C}" dt="2026-03-18T05:39:21.527" v="761" actId="1076"/>
          <ac:spMkLst>
            <pc:docMk/>
            <pc:sldMk cId="3432154714" sldId="467"/>
            <ac:spMk id="6" creationId="{08BE7A23-1691-1690-2553-1D8939D1A6BA}"/>
          </ac:spMkLst>
        </pc:spChg>
        <pc:spChg chg="add mod">
          <ac:chgData name="ANUSHA N M - 251100690004 - MSISMPL" userId="1777c829-8115-4e85-a30f-490c7858522c" providerId="ADAL" clId="{ACE3C4AA-672C-4CC2-95ED-CA635EED878C}" dt="2026-03-18T05:39:32.953" v="766" actId="1076"/>
          <ac:spMkLst>
            <pc:docMk/>
            <pc:sldMk cId="3432154714" sldId="467"/>
            <ac:spMk id="7" creationId="{FF1444DB-EC07-F982-92B1-C3344F27C32E}"/>
          </ac:spMkLst>
        </pc:spChg>
        <pc:spChg chg="add">
          <ac:chgData name="ANUSHA N M - 251100690004 - MSISMPL" userId="1777c829-8115-4e85-a30f-490c7858522c" providerId="ADAL" clId="{ACE3C4AA-672C-4CC2-95ED-CA635EED878C}" dt="2026-03-17T14:21:46.136" v="238"/>
          <ac:spMkLst>
            <pc:docMk/>
            <pc:sldMk cId="3432154714" sldId="467"/>
            <ac:spMk id="9" creationId="{0EBD0AFB-E4A3-D8C2-7A4C-75A00226F804}"/>
          </ac:spMkLst>
        </pc:spChg>
        <pc:spChg chg="add mod">
          <ac:chgData name="ANUSHA N M - 251100690004 - MSISMPL" userId="1777c829-8115-4e85-a30f-490c7858522c" providerId="ADAL" clId="{ACE3C4AA-672C-4CC2-95ED-CA635EED878C}" dt="2026-03-18T05:39:20.615" v="759" actId="1076"/>
          <ac:spMkLst>
            <pc:docMk/>
            <pc:sldMk cId="3432154714" sldId="467"/>
            <ac:spMk id="10" creationId="{B0DB9AEF-F228-6634-A2F5-0EC2E6ED7F99}"/>
          </ac:spMkLst>
        </pc:spChg>
        <pc:picChg chg="add mod">
          <ac:chgData name="ANUSHA N M - 251100690004 - MSISMPL" userId="1777c829-8115-4e85-a30f-490c7858522c" providerId="ADAL" clId="{ACE3C4AA-672C-4CC2-95ED-CA635EED878C}" dt="2026-03-17T14:17:54.196" v="200" actId="1076"/>
          <ac:picMkLst>
            <pc:docMk/>
            <pc:sldMk cId="3432154714" sldId="467"/>
            <ac:picMk id="4" creationId="{06FA4321-DD99-4EFF-B335-B4ACB4F1374C}"/>
          </ac:picMkLst>
        </pc:picChg>
        <pc:picChg chg="del">
          <ac:chgData name="ANUSHA N M - 251100690004 - MSISMPL" userId="1777c829-8115-4e85-a30f-490c7858522c" providerId="ADAL" clId="{ACE3C4AA-672C-4CC2-95ED-CA635EED878C}" dt="2026-03-17T14:17:10.875" v="188" actId="478"/>
          <ac:picMkLst>
            <pc:docMk/>
            <pc:sldMk cId="3432154714" sldId="467"/>
            <ac:picMk id="8" creationId="{1DB22684-D700-D4EC-CC56-D4E80A560024}"/>
          </ac:picMkLst>
        </pc:picChg>
      </pc:sldChg>
      <pc:sldChg chg="addSp delSp modSp add mod">
        <pc:chgData name="ANUSHA N M - 251100690004 - MSISMPL" userId="1777c829-8115-4e85-a30f-490c7858522c" providerId="ADAL" clId="{ACE3C4AA-672C-4CC2-95ED-CA635EED878C}" dt="2026-03-18T05:31:50.763" v="731" actId="2711"/>
        <pc:sldMkLst>
          <pc:docMk/>
          <pc:sldMk cId="1467973481" sldId="468"/>
        </pc:sldMkLst>
        <pc:graphicFrameChg chg="add del mod modGraphic">
          <ac:chgData name="ANUSHA N M - 251100690004 - MSISMPL" userId="1777c829-8115-4e85-a30f-490c7858522c" providerId="ADAL" clId="{ACE3C4AA-672C-4CC2-95ED-CA635EED878C}" dt="2026-03-17T14:39:52.100" v="346" actId="478"/>
          <ac:graphicFrameMkLst>
            <pc:docMk/>
            <pc:sldMk cId="1467973481" sldId="468"/>
            <ac:graphicFrameMk id="3" creationId="{51D7C3E8-EE3C-45C9-8653-909C3C1B6771}"/>
          </ac:graphicFrameMkLst>
        </pc:graphicFrameChg>
        <pc:graphicFrameChg chg="add del mod modGraphic">
          <ac:chgData name="ANUSHA N M - 251100690004 - MSISMPL" userId="1777c829-8115-4e85-a30f-490c7858522c" providerId="ADAL" clId="{ACE3C4AA-672C-4CC2-95ED-CA635EED878C}" dt="2026-03-18T05:31:50.763" v="731" actId="2711"/>
          <ac:graphicFrameMkLst>
            <pc:docMk/>
            <pc:sldMk cId="1467973481" sldId="468"/>
            <ac:graphicFrameMk id="4" creationId="{FA6E9B68-53B2-1F54-2305-0993567BF3CF}"/>
          </ac:graphicFrameMkLst>
        </pc:graphicFrameChg>
        <pc:graphicFrameChg chg="del modGraphic">
          <ac:chgData name="ANUSHA N M - 251100690004 - MSISMPL" userId="1777c829-8115-4e85-a30f-490c7858522c" providerId="ADAL" clId="{ACE3C4AA-672C-4CC2-95ED-CA635EED878C}" dt="2026-03-17T14:36:51.366" v="328" actId="478"/>
          <ac:graphicFrameMkLst>
            <pc:docMk/>
            <pc:sldMk cId="1467973481" sldId="468"/>
            <ac:graphicFrameMk id="5" creationId="{26BD7E75-119D-F050-3BAF-A5DE961E4D8F}"/>
          </ac:graphicFrameMkLst>
        </pc:graphicFrameChg>
        <pc:graphicFrameChg chg="add">
          <ac:chgData name="ANUSHA N M - 251100690004 - MSISMPL" userId="1777c829-8115-4e85-a30f-490c7858522c" providerId="ADAL" clId="{ACE3C4AA-672C-4CC2-95ED-CA635EED878C}" dt="2026-03-17T18:01:10.753" v="577"/>
          <ac:graphicFrameMkLst>
            <pc:docMk/>
            <pc:sldMk cId="1467973481" sldId="468"/>
            <ac:graphicFrameMk id="6" creationId="{85971B96-6F57-401D-497E-8338058C27C7}"/>
          </ac:graphicFrameMkLst>
        </pc:graphicFrameChg>
      </pc:sldChg>
      <pc:sldChg chg="add del">
        <pc:chgData name="ANUSHA N M - 251100690004 - MSISMPL" userId="1777c829-8115-4e85-a30f-490c7858522c" providerId="ADAL" clId="{ACE3C4AA-672C-4CC2-95ED-CA635EED878C}" dt="2026-03-17T14:36:59.027" v="330"/>
        <pc:sldMkLst>
          <pc:docMk/>
          <pc:sldMk cId="3354063681" sldId="46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19E7B17-C078-4C50-9935-3DE50FC9DB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06353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0250" y="685800"/>
            <a:ext cx="53975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5E4430F-96D5-4F5E-AF15-BF5EB88FA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02353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0250" y="685800"/>
            <a:ext cx="53975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F13E6-9754-D286-F886-94BD3C1F248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F87E0-E2EE-7652-8004-217F4CFEC0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</p:spTree>
    <p:extLst>
      <p:ext uri="{BB962C8B-B14F-4D97-AF65-F5344CB8AC3E}">
        <p14:creationId xmlns:p14="http://schemas.microsoft.com/office/powerpoint/2010/main" val="2899416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D60CF-8074-8B53-EFF7-48818BADE4F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8083E-9915-467D-063C-BDCC533EB0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</p:spTree>
    <p:extLst>
      <p:ext uri="{BB962C8B-B14F-4D97-AF65-F5344CB8AC3E}">
        <p14:creationId xmlns:p14="http://schemas.microsoft.com/office/powerpoint/2010/main" val="1672582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09568-17CC-E1B1-D6C5-6DD6E3421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9684C-BD7A-7951-5912-14731F6DB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E45474-90D9-72A3-0CF8-3533D7D65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11586-3980-1C8D-A359-66AC6268D0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8A0D4-E494-7DEE-D880-350081CE2DB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CE05E-B71A-15B4-3750-F53CE25A53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</p:spTree>
    <p:extLst>
      <p:ext uri="{BB962C8B-B14F-4D97-AF65-F5344CB8AC3E}">
        <p14:creationId xmlns:p14="http://schemas.microsoft.com/office/powerpoint/2010/main" val="2704157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6B2C1-DB78-FED0-4A55-57D3D0A63AB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6F9E7-CA59-88CC-BE7C-57B03DB4FE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</p:spTree>
    <p:extLst>
      <p:ext uri="{BB962C8B-B14F-4D97-AF65-F5344CB8AC3E}">
        <p14:creationId xmlns:p14="http://schemas.microsoft.com/office/powerpoint/2010/main" val="2635458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6A782-AF76-F564-811E-3F16527799E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DD2EE-7A61-440D-C4BA-C1A6A9242F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</p:spTree>
    <p:extLst>
      <p:ext uri="{BB962C8B-B14F-4D97-AF65-F5344CB8AC3E}">
        <p14:creationId xmlns:p14="http://schemas.microsoft.com/office/powerpoint/2010/main" val="192353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130426"/>
            <a:ext cx="9179799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965" y="3886200"/>
            <a:ext cx="755983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07" y="4406901"/>
            <a:ext cx="9179799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07" y="2906713"/>
            <a:ext cx="9179799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988" y="1600201"/>
            <a:ext cx="476989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9880" y="1600201"/>
            <a:ext cx="476989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8" y="1535113"/>
            <a:ext cx="477177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988" y="2174875"/>
            <a:ext cx="477177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130" y="1535113"/>
            <a:ext cx="477364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130" y="2174875"/>
            <a:ext cx="477364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-719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 - MANIPAL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17-03-2026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6B400A-18F2-7C2D-EE12-81E8F5C0F6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40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9" y="273050"/>
            <a:ext cx="355304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2407" y="273051"/>
            <a:ext cx="6037368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989" y="1435101"/>
            <a:ext cx="355304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17-03-2026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8A5FFB0-7D75-7D8F-69AA-06F58721E6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0" y="6543635"/>
            <a:ext cx="10799763" cy="314365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829" y="4800600"/>
            <a:ext cx="6479858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6829" y="612775"/>
            <a:ext cx="6479858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6829" y="5367338"/>
            <a:ext cx="6479858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17-03-2026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8577047-6146-1D25-9956-92F75CF7F1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17-03-2026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245B9F0-4234-557E-4095-FFFC7BB911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29828" y="274639"/>
            <a:ext cx="2429947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274639"/>
            <a:ext cx="7109844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17-03-2026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C8F05B4-5452-D801-AFC2-06E3B2CD2A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17-03-2026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E2D58E9-A9D1-B37E-489B-30A70CCA1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4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4"/>
          <p:cNvSpPr txBox="1">
            <a:spLocks noChangeArrowheads="1"/>
          </p:cNvSpPr>
          <p:nvPr/>
        </p:nvSpPr>
        <p:spPr bwMode="auto">
          <a:xfrm>
            <a:off x="2504281" y="176213"/>
            <a:ext cx="7315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335992"/>
              </p:ext>
            </p:extLst>
          </p:nvPr>
        </p:nvGraphicFramePr>
        <p:xfrm>
          <a:off x="1151409" y="1484784"/>
          <a:ext cx="8534400" cy="4680520"/>
        </p:xfrm>
        <a:graphic>
          <a:graphicData uri="http://schemas.openxmlformats.org/drawingml/2006/table">
            <a:tbl>
              <a:tblPr/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688">
                  <a:extLst>
                    <a:ext uri="{9D8B030D-6E8A-4147-A177-3AD203B41FA5}">
                      <a16:colId xmlns:a16="http://schemas.microsoft.com/office/drawing/2014/main" val="2598869161"/>
                    </a:ext>
                  </a:extLst>
                </a:gridCol>
              </a:tblGrid>
              <a:tr h="15121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Reg No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Name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Branch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251100690002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Krupal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Sonidi</a:t>
                      </a: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Cyber Security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251100690004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defTabSz="914400" rtl="0" eaLnBrk="1" latinLnBrk="0" hangingPunct="1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Anusha N 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Cyber Security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8156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251100690037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defTabSz="914400" rtl="0" eaLnBrk="1" latinLnBrk="0" hangingPunct="1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Daksha 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Cyber Security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774338"/>
                  </a:ext>
                </a:extLst>
              </a:tr>
              <a:tr h="113553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Project</a:t>
                      </a:r>
                      <a:r>
                        <a:rPr lang="en-US" sz="1800" b="0" i="0" baseline="0" dirty="0">
                          <a:effectLst/>
                          <a:latin typeface="Times New Roman"/>
                        </a:rPr>
                        <a:t> Title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ML Powered Network Threat Detection and Prevention</a:t>
                      </a:r>
                      <a:endParaRPr lang="en-IN" sz="1800" b="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64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Guide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r>
                        <a:rPr lang="en-IN" sz="1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Samarendranath Bhattacharya (Assistant Professor )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8064177" y="188640"/>
            <a:ext cx="241865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353" y="1484784"/>
            <a:ext cx="8839200" cy="37303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Objective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Literature Review 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Flow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7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60121" y="188640"/>
            <a:ext cx="2743200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400" b="1" dirty="0">
              <a:solidFill>
                <a:srgbClr val="D47D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6BDFAA25-61D8-186C-0F4E-74FBB77B63BA}"/>
              </a:ext>
            </a:extLst>
          </p:cNvPr>
          <p:cNvSpPr/>
          <p:nvPr/>
        </p:nvSpPr>
        <p:spPr>
          <a:xfrm>
            <a:off x="755364" y="1263730"/>
            <a:ext cx="9289033" cy="869126"/>
          </a:xfrm>
          <a:prstGeom prst="flowChartAlternateProcess">
            <a:avLst/>
          </a:prstGeom>
          <a:solidFill>
            <a:srgbClr val="FF99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 attacks like SYN, UDP, and ICMP floods are increasing and traditional systems fail to detect them in real time.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5B227807-BE25-E46B-9254-F22A72FA8198}"/>
              </a:ext>
            </a:extLst>
          </p:cNvPr>
          <p:cNvSpPr/>
          <p:nvPr/>
        </p:nvSpPr>
        <p:spPr>
          <a:xfrm>
            <a:off x="755364" y="2259264"/>
            <a:ext cx="9289033" cy="869126"/>
          </a:xfrm>
          <a:prstGeom prst="flowChartAlternateProcess">
            <a:avLst/>
          </a:prstGeom>
          <a:solidFill>
            <a:srgbClr val="FF99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a Machine Learning-based IDPS to monitor live traffic and detect anomalies. It provides real-time protection by automatically identifying and blocking malicious IPs.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952B5-0B00-ECF1-3ED2-EDBC6519C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7" t="25552" r="5327" b="4772"/>
          <a:stretch>
            <a:fillRect/>
          </a:stretch>
        </p:blipFill>
        <p:spPr>
          <a:xfrm>
            <a:off x="1799479" y="3356992"/>
            <a:ext cx="7200801" cy="306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4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48153" y="188640"/>
            <a:ext cx="2743200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02835-D63F-5A77-7576-1FD01FF4BE91}"/>
              </a:ext>
            </a:extLst>
          </p:cNvPr>
          <p:cNvSpPr/>
          <p:nvPr/>
        </p:nvSpPr>
        <p:spPr>
          <a:xfrm>
            <a:off x="1580010" y="1772816"/>
            <a:ext cx="3124200" cy="1368151"/>
          </a:xfrm>
          <a:prstGeom prst="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hangingPunct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network attacks in real time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BFB7A3-7D18-A6D4-94D4-13B3F9AFB6D1}"/>
              </a:ext>
            </a:extLst>
          </p:cNvPr>
          <p:cNvSpPr/>
          <p:nvPr/>
        </p:nvSpPr>
        <p:spPr>
          <a:xfrm>
            <a:off x="1580010" y="3894105"/>
            <a:ext cx="3124200" cy="1368153"/>
          </a:xfrm>
          <a:prstGeom prst="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0" hangingPunct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block malicious IP addresses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113CD7-911B-8B83-6CDB-714A25D1668E}"/>
              </a:ext>
            </a:extLst>
          </p:cNvPr>
          <p:cNvSpPr/>
          <p:nvPr/>
        </p:nvSpPr>
        <p:spPr>
          <a:xfrm>
            <a:off x="6095553" y="1772816"/>
            <a:ext cx="3124200" cy="1368150"/>
          </a:xfrm>
          <a:prstGeom prst="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0" hangingPunct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 traffic using Machine Learning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BFE505-81D6-3A73-2512-D49F35931221}"/>
              </a:ext>
            </a:extLst>
          </p:cNvPr>
          <p:cNvSpPr/>
          <p:nvPr/>
        </p:nvSpPr>
        <p:spPr>
          <a:xfrm>
            <a:off x="6095553" y="3894105"/>
            <a:ext cx="3124200" cy="1368152"/>
          </a:xfrm>
          <a:prstGeom prst="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0" hangingPunct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 lightweight and efficient security solution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70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4133" y="188640"/>
            <a:ext cx="4524183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395ECE-7A09-68F9-0D57-03D508C79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637257"/>
              </p:ext>
            </p:extLst>
          </p:nvPr>
        </p:nvGraphicFramePr>
        <p:xfrm>
          <a:off x="179301" y="764705"/>
          <a:ext cx="10441159" cy="5688632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33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898">
                  <a:extLst>
                    <a:ext uri="{9D8B030D-6E8A-4147-A177-3AD203B41FA5}">
                      <a16:colId xmlns:a16="http://schemas.microsoft.com/office/drawing/2014/main" val="3872599472"/>
                    </a:ext>
                  </a:extLst>
                </a:gridCol>
                <a:gridCol w="1160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7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10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983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88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&amp; Year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/ Approach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Features / Methods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/ Evaluation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Findings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/ Comments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92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Simple and Robust Approach of Random Forest for Intrusion Detection System in Cyber Security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Manish Choubisa, Dr. Ruchi Doshi, Dr. Narendra Khatri, Dr. Kamal Kant Hiran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machine learning-based IDS using Random Forest classifier with random feature selection to improve robustness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Incorporates random feature selection to reduce dimensionality.</a:t>
                      </a:r>
                      <a:b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robust and efficient intrusion detection.</a:t>
                      </a:r>
                      <a:b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classification of normal vs attack traffic.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on standard IDS datasets (e.g., KDD-based datasets) (not explicitly detailed in abstract)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performs better than many traditional classifiers for IDS. Improved accuracy and robustness in detecting attacks.</a:t>
                      </a:r>
                      <a:b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selection enhances performance and reduces complexity.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discussion on real-time deployment </a:t>
                      </a:r>
                      <a:b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details and diversity not clearly emphasized.</a:t>
                      </a:r>
                      <a:b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address zero-day attacks or adversarial attacks.</a:t>
                      </a:r>
                      <a:b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Comparison with deep learning models is limited.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5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Real-Time Network Intrusion Detection using Machine Learning and Deep Learning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Divyanshu Joshi, Vivek Bagmar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real-time intrusion detection system using AI (ML + DL) to identify malicious network traffic.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methods across URL-, HTML-, visual-based detectors; proposes prototype classifier.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 on KDD-based dataset (e.g., KDDCup’99) </a:t>
                      </a:r>
                      <a:b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using Accuracy, Precision, Recall, F1-score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delivers top performance (~99.8%), proving AI-based IDS is accurate, stable, and superior to traditional methods.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binary detection with limited coverage of real-world scenarios, zero-day attacks, and deep learning.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60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60C3A-B2EF-4417-BC2D-F4CD05EEE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AD54D6-6FCA-73C8-7959-A74C5AF0DB5B}"/>
              </a:ext>
            </a:extLst>
          </p:cNvPr>
          <p:cNvSpPr txBox="1"/>
          <p:nvPr/>
        </p:nvSpPr>
        <p:spPr>
          <a:xfrm>
            <a:off x="6254133" y="188640"/>
            <a:ext cx="4524183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6E9B68-53B2-1F54-2305-0993567BF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3589"/>
              </p:ext>
            </p:extLst>
          </p:nvPr>
        </p:nvGraphicFramePr>
        <p:xfrm>
          <a:off x="291802" y="1196752"/>
          <a:ext cx="10216157" cy="30697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929">
                  <a:extLst>
                    <a:ext uri="{9D8B030D-6E8A-4147-A177-3AD203B41FA5}">
                      <a16:colId xmlns:a16="http://schemas.microsoft.com/office/drawing/2014/main" val="3570282737"/>
                    </a:ext>
                  </a:extLst>
                </a:gridCol>
                <a:gridCol w="1301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9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7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697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Intrusion Detection System using Random Forest and Gradient Boosting Machines (2024, CONIT)</a:t>
                      </a:r>
                      <a:endParaRPr lang="en-IN" sz="1400" b="1" i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Indira Bharathi, Rohan Makhija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an IDS using ensemble learning techniques (Random Forest + Gradient Boosting) for improved intrusion detection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RF and GBM with preprocessing and feature selection to classify normal and attack traffic accurately.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standard IDS datasets (e.g., KDD-based datasets)</a:t>
                      </a:r>
                    </a:p>
                    <a:p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using accuracy, precision, recall, F1-score</a:t>
                      </a: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models improve detection accuracy and performance.</a:t>
                      </a:r>
                      <a:b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 enhances prediction over single models. </a:t>
                      </a:r>
                      <a:b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provides stability and robustness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real-time implementation with outdated datasets and minimal comparison to deep learning.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97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4133" y="188640"/>
            <a:ext cx="4524183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FLOW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386A9A-E032-A628-334E-C6A0B1842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13" y="836712"/>
            <a:ext cx="4680520" cy="5688632"/>
          </a:xfrm>
          <a:prstGeom prst="rect">
            <a:avLst/>
          </a:prstGeom>
        </p:spPr>
      </p:pic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B45751AA-4419-C03C-606A-1FC67635454B}"/>
              </a:ext>
            </a:extLst>
          </p:cNvPr>
          <p:cNvSpPr/>
          <p:nvPr/>
        </p:nvSpPr>
        <p:spPr>
          <a:xfrm>
            <a:off x="5831930" y="1268760"/>
            <a:ext cx="4320480" cy="105915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captures live network traffic and extracts features for analysis using a Machine Learning model.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FB91906C-57D3-9284-5F03-840825C6B4B2}"/>
              </a:ext>
            </a:extLst>
          </p:cNvPr>
          <p:cNvSpPr/>
          <p:nvPr/>
        </p:nvSpPr>
        <p:spPr>
          <a:xfrm>
            <a:off x="5831930" y="2945115"/>
            <a:ext cx="4320480" cy="1031541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continuously monitors traffic in time windows and predicts whether it is normal or an attack.</a:t>
            </a: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8BC13E7A-EA00-0DFA-FBE1-F72A2A7E1573}"/>
              </a:ext>
            </a:extLst>
          </p:cNvPr>
          <p:cNvSpPr/>
          <p:nvPr/>
        </p:nvSpPr>
        <p:spPr>
          <a:xfrm>
            <a:off x="5831930" y="4593857"/>
            <a:ext cx="4320480" cy="104858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an attack is detected, the system automatically blocks the attacker’s IP; otherwise, it continues monitoring.</a:t>
            </a:r>
          </a:p>
        </p:txBody>
      </p:sp>
    </p:spTree>
    <p:extLst>
      <p:ext uri="{BB962C8B-B14F-4D97-AF65-F5344CB8AC3E}">
        <p14:creationId xmlns:p14="http://schemas.microsoft.com/office/powerpoint/2010/main" val="157429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6912049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93134F-6383-D60E-651E-D6AB2A1A5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29" y="980728"/>
            <a:ext cx="5714937" cy="5247892"/>
          </a:xfrm>
          <a:prstGeom prst="rect">
            <a:avLst/>
          </a:prstGeom>
        </p:spPr>
      </p:pic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CD2E1CE8-1967-442B-1A13-D1FBCC04BC54}"/>
              </a:ext>
            </a:extLst>
          </p:cNvPr>
          <p:cNvSpPr/>
          <p:nvPr/>
        </p:nvSpPr>
        <p:spPr>
          <a:xfrm>
            <a:off x="6352763" y="1556792"/>
            <a:ext cx="4154117" cy="93610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 traffic (SYN, UDP, ICMP) is generated and captured using tools like Scapy and Hping3.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333C8650-D611-3A07-872A-1170A4FD7D2C}"/>
              </a:ext>
            </a:extLst>
          </p:cNvPr>
          <p:cNvSpPr/>
          <p:nvPr/>
        </p:nvSpPr>
        <p:spPr>
          <a:xfrm>
            <a:off x="6352763" y="3136622"/>
            <a:ext cx="4154117" cy="93610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are extracted and stored in a labeled dataset (CSV).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E830439E-B67E-60B1-8747-4946642F2D0F}"/>
              </a:ext>
            </a:extLst>
          </p:cNvPr>
          <p:cNvSpPr/>
          <p:nvPr/>
        </p:nvSpPr>
        <p:spPr>
          <a:xfrm>
            <a:off x="6352763" y="4581128"/>
            <a:ext cx="4154117" cy="93610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model (Random Forest) is trained and saved as a .pkl file</a:t>
            </a:r>
          </a:p>
        </p:txBody>
      </p:sp>
    </p:spTree>
    <p:extLst>
      <p:ext uri="{BB962C8B-B14F-4D97-AF65-F5344CB8AC3E}">
        <p14:creationId xmlns:p14="http://schemas.microsoft.com/office/powerpoint/2010/main" val="139950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EA4F2-893B-D5FA-A76A-2D14A9C3E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4B9084-8F66-FF95-7A9A-4B38195427E8}"/>
              </a:ext>
            </a:extLst>
          </p:cNvPr>
          <p:cNvSpPr txBox="1"/>
          <p:nvPr/>
        </p:nvSpPr>
        <p:spPr>
          <a:xfrm>
            <a:off x="6912049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FA4321-DD99-4EFF-B335-B4ACB4F13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29" y="980728"/>
            <a:ext cx="5592047" cy="5328592"/>
          </a:xfrm>
          <a:prstGeom prst="rect">
            <a:avLst/>
          </a:prstGeom>
        </p:spPr>
      </p:pic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0316AA8F-1855-2E74-ED6B-1469122A7FA1}"/>
              </a:ext>
            </a:extLst>
          </p:cNvPr>
          <p:cNvSpPr/>
          <p:nvPr/>
        </p:nvSpPr>
        <p:spPr>
          <a:xfrm>
            <a:off x="6352763" y="1556792"/>
            <a:ext cx="4154117" cy="93610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network traffic is captured, and features are extracted in real-time.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08BE7A23-1691-1690-2553-1D8939D1A6BA}"/>
              </a:ext>
            </a:extLst>
          </p:cNvPr>
          <p:cNvSpPr/>
          <p:nvPr/>
        </p:nvSpPr>
        <p:spPr>
          <a:xfrm>
            <a:off x="6407993" y="3248980"/>
            <a:ext cx="4154117" cy="93610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ML model predicts whether the traffic is normal or an attack.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FF1444DB-EC07-F982-92B1-C3344F27C32E}"/>
              </a:ext>
            </a:extLst>
          </p:cNvPr>
          <p:cNvSpPr/>
          <p:nvPr/>
        </p:nvSpPr>
        <p:spPr>
          <a:xfrm>
            <a:off x="6352763" y="4941168"/>
            <a:ext cx="4154117" cy="93610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an attack is detected, the system automatically blocks the attacker IP, else continues monitoring.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EBD0AFB-E4A3-D8C2-7A4C-75A00226F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79976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network traffic is captured and features are extracted in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(time windows)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15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D6D331-440F-87BB-C35F-DC2CD411B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21" y="2348880"/>
            <a:ext cx="5372100" cy="400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83DA39-FBB0-9D31-1395-5B2EB937FD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21" y="1052736"/>
            <a:ext cx="9577064" cy="1021457"/>
          </a:xfrm>
          <a:prstGeom prst="rect">
            <a:avLst/>
          </a:prstGeom>
        </p:spPr>
      </p:pic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068412FE-60EC-2F6E-5C3C-5FFEEE70509B}"/>
              </a:ext>
            </a:extLst>
          </p:cNvPr>
          <p:cNvSpPr/>
          <p:nvPr/>
        </p:nvSpPr>
        <p:spPr>
          <a:xfrm>
            <a:off x="6050223" y="2736788"/>
            <a:ext cx="4622906" cy="129614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simulated attacks live traffic in the system. The model accurately detected attacks in real-time and classified them.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1633575A-3E3F-9FBF-0067-944A2B4C3C62}"/>
              </a:ext>
            </a:extLst>
          </p:cNvPr>
          <p:cNvSpPr/>
          <p:nvPr/>
        </p:nvSpPr>
        <p:spPr>
          <a:xfrm>
            <a:off x="6050223" y="4437112"/>
            <a:ext cx="4622906" cy="129614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automatic response by blocking attacker IPs for 60 seconds and unblocking them dynamically.</a:t>
            </a:r>
          </a:p>
        </p:txBody>
      </p:sp>
    </p:spTree>
    <p:extLst>
      <p:ext uri="{BB962C8B-B14F-4D97-AF65-F5344CB8AC3E}">
        <p14:creationId xmlns:p14="http://schemas.microsoft.com/office/powerpoint/2010/main" val="157355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F5B72-1C01-48AA-BB4B-F5D7980AD148}"/>
              </a:ext>
            </a:extLst>
          </p:cNvPr>
          <p:cNvSpPr txBox="1"/>
          <p:nvPr/>
        </p:nvSpPr>
        <p:spPr>
          <a:xfrm>
            <a:off x="359321" y="979066"/>
            <a:ext cx="9649072" cy="489986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Manhas, P., &amp; Jaismeen. "Packet Sniffer," International Advanced Research Journal in Science, Engineering and Technology (IARJSET), Vol. 9, Issue 2, Feb. 2022. DOI: 10.17148/IARJSET.2022.9228.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400" dirty="0"/>
              <a:t>Raj, M. S. A., Priyadarshini, S. J., &amp; D., M. "Investigation of Data Interception and its Vulnerabilities in HTTP and HTTPS networks through Packet Sniffers," 2024 2nd International Conference on Networking and Communications (ICNWC), IEEE, 2024. DOI: 10.1109/ICNWC60771.2024.10537403.</a:t>
            </a:r>
          </a:p>
          <a:p>
            <a:pPr>
              <a:lnSpc>
                <a:spcPct val="150000"/>
              </a:lnSpc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/>
              <a:t>Siswanto, A., Syukur, A., Kadir, E. A., &amp; Suratin. "Network Traffic Monitoring and Analysis Using Packet Sniffer," 2019 IEEE Conference on Network and Information Security, Institute of Electrical and Electronics Engineers, 2019.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/>
              <a:t>Pallavi </a:t>
            </a:r>
            <a:r>
              <a:rPr lang="en-US" sz="1400" dirty="0" err="1"/>
              <a:t>Asrodia</a:t>
            </a:r>
            <a:r>
              <a:rPr lang="en-US" sz="1400" dirty="0"/>
              <a:t>, H. Patel, "Network Traffic Analysis Using Packet Sniffer," International Journal of Engineering Research and Applications, Vol. 2, Issue 3, May-Jun 2012, pp. 854 856. 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/>
              <a:t>Nayak, P., Brahmananda, S. H., &amp; Sahana, D. S., "An Approach to Sniff Sensitive Information by Packet Sniffing," International Journal of Computer Applications in Engineering Sciences, Vol. 3, Special Issue, 2013.</a:t>
            </a:r>
          </a:p>
        </p:txBody>
      </p:sp>
    </p:spTree>
    <p:extLst>
      <p:ext uri="{BB962C8B-B14F-4D97-AF65-F5344CB8AC3E}">
        <p14:creationId xmlns:p14="http://schemas.microsoft.com/office/powerpoint/2010/main" val="212635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5539" y="1982450"/>
            <a:ext cx="7148684" cy="144655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9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22646</TotalTime>
  <Words>1017</Words>
  <Application>Microsoft Office PowerPoint</Application>
  <PresentationFormat>Custom</PresentationFormat>
  <Paragraphs>106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Sabon LT Std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MAHE</dc:creator>
  <cp:lastModifiedBy>ANUSHA N M - 251100690004 - MSISMPL</cp:lastModifiedBy>
  <cp:revision>892</cp:revision>
  <dcterms:created xsi:type="dcterms:W3CDTF">2007-08-14T09:37:21Z</dcterms:created>
  <dcterms:modified xsi:type="dcterms:W3CDTF">2026-03-18T05:39:34Z</dcterms:modified>
</cp:coreProperties>
</file>