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4" r:id="rId2"/>
    <p:sldId id="413" r:id="rId3"/>
    <p:sldId id="440" r:id="rId4"/>
    <p:sldId id="466" r:id="rId5"/>
    <p:sldId id="441" r:id="rId6"/>
    <p:sldId id="468" r:id="rId7"/>
    <p:sldId id="472" r:id="rId8"/>
    <p:sldId id="473" r:id="rId9"/>
    <p:sldId id="463" r:id="rId10"/>
    <p:sldId id="471" r:id="rId11"/>
    <p:sldId id="470" r:id="rId12"/>
    <p:sldId id="469" r:id="rId13"/>
    <p:sldId id="464" r:id="rId14"/>
    <p:sldId id="434" r:id="rId15"/>
  </p:sldIdLst>
  <p:sldSz cx="10799763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D26"/>
    <a:srgbClr val="FF9900"/>
    <a:srgbClr val="FF6600"/>
    <a:srgbClr val="CCFFFF"/>
    <a:srgbClr val="66FFFF"/>
    <a:srgbClr val="FFFF66"/>
    <a:srgbClr val="FFFF00"/>
    <a:srgbClr val="FFFFCC"/>
    <a:srgbClr val="FF99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427EB-1B02-4C5E-8F87-CD7A0C940B0B}" v="53" dt="2026-04-20T16:09:01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0056" autoAdjust="0"/>
  </p:normalViewPr>
  <p:slideViewPr>
    <p:cSldViewPr>
      <p:cViewPr varScale="1">
        <p:scale>
          <a:sx n="86" d="100"/>
          <a:sy n="86" d="100"/>
        </p:scale>
        <p:origin x="941" y="34"/>
      </p:cViewPr>
      <p:guideLst>
        <p:guide orient="horz" pos="2160"/>
        <p:guide pos="34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28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N M - 251100690004 - MSISMPL" userId="1777c829-8115-4e85-a30f-490c7858522c" providerId="ADAL" clId="{ACE3C4AA-672C-4CC2-95ED-CA635EED878C}"/>
    <pc:docChg chg="undo redo custSel addSld delSld modSld">
      <pc:chgData name="ANUSHA N M - 251100690004 - MSISMPL" userId="1777c829-8115-4e85-a30f-490c7858522c" providerId="ADAL" clId="{ACE3C4AA-672C-4CC2-95ED-CA635EED878C}" dt="2026-04-21T04:38:49.171" v="1524" actId="14100"/>
      <pc:docMkLst>
        <pc:docMk/>
      </pc:docMkLst>
      <pc:sldChg chg="modSp mod">
        <pc:chgData name="ANUSHA N M - 251100690004 - MSISMPL" userId="1777c829-8115-4e85-a30f-490c7858522c" providerId="ADAL" clId="{ACE3C4AA-672C-4CC2-95ED-CA635EED878C}" dt="2026-04-19T13:50:39.839" v="795" actId="20577"/>
        <pc:sldMkLst>
          <pc:docMk/>
          <pc:sldMk cId="1878279758" sldId="413"/>
        </pc:sldMkLst>
        <pc:spChg chg="mod">
          <ac:chgData name="ANUSHA N M - 251100690004 - MSISMPL" userId="1777c829-8115-4e85-a30f-490c7858522c" providerId="ADAL" clId="{ACE3C4AA-672C-4CC2-95ED-CA635EED878C}" dt="2026-04-19T13:50:39.839" v="795" actId="20577"/>
          <ac:spMkLst>
            <pc:docMk/>
            <pc:sldMk cId="1878279758" sldId="413"/>
            <ac:spMk id="3" creationId="{00000000-0000-0000-0000-000000000000}"/>
          </ac:spMkLst>
        </pc:spChg>
      </pc:sldChg>
      <pc:sldChg chg="modSp mod">
        <pc:chgData name="ANUSHA N M - 251100690004 - MSISMPL" userId="1777c829-8115-4e85-a30f-490c7858522c" providerId="ADAL" clId="{ACE3C4AA-672C-4CC2-95ED-CA635EED878C}" dt="2026-04-20T16:07:48.249" v="1510" actId="20577"/>
        <pc:sldMkLst>
          <pc:docMk/>
          <pc:sldMk cId="3954245881" sldId="440"/>
        </pc:sldMkLst>
        <pc:spChg chg="mod">
          <ac:chgData name="ANUSHA N M - 251100690004 - MSISMPL" userId="1777c829-8115-4e85-a30f-490c7858522c" providerId="ADAL" clId="{ACE3C4AA-672C-4CC2-95ED-CA635EED878C}" dt="2026-04-20T16:07:48.249" v="1510" actId="20577"/>
          <ac:spMkLst>
            <pc:docMk/>
            <pc:sldMk cId="3954245881" sldId="440"/>
            <ac:spMk id="5" creationId="{6BDFAA25-61D8-186C-0F4E-74FBB77B63BA}"/>
          </ac:spMkLst>
        </pc:spChg>
        <pc:spChg chg="mod">
          <ac:chgData name="ANUSHA N M - 251100690004 - MSISMPL" userId="1777c829-8115-4e85-a30f-490c7858522c" providerId="ADAL" clId="{ACE3C4AA-672C-4CC2-95ED-CA635EED878C}" dt="2026-04-20T16:07:04.237" v="1506" actId="207"/>
          <ac:spMkLst>
            <pc:docMk/>
            <pc:sldMk cId="3954245881" sldId="440"/>
            <ac:spMk id="21" creationId="{5B227807-BE25-E46B-9254-F22A72FA8198}"/>
          </ac:spMkLst>
        </pc:spChg>
      </pc:sldChg>
      <pc:sldChg chg="del">
        <pc:chgData name="ANUSHA N M - 251100690004 - MSISMPL" userId="1777c829-8115-4e85-a30f-490c7858522c" providerId="ADAL" clId="{ACE3C4AA-672C-4CC2-95ED-CA635EED878C}" dt="2026-04-20T15:31:21.730" v="1376" actId="47"/>
        <pc:sldMkLst>
          <pc:docMk/>
          <pc:sldMk cId="1399500336" sldId="462"/>
        </pc:sldMkLst>
      </pc:sldChg>
      <pc:sldChg chg="addSp delSp modSp mod">
        <pc:chgData name="ANUSHA N M - 251100690004 - MSISMPL" userId="1777c829-8115-4e85-a30f-490c7858522c" providerId="ADAL" clId="{ACE3C4AA-672C-4CC2-95ED-CA635EED878C}" dt="2026-04-21T04:38:49.171" v="1524" actId="14100"/>
        <pc:sldMkLst>
          <pc:docMk/>
          <pc:sldMk cId="1573551517" sldId="463"/>
        </pc:sldMkLst>
        <pc:spChg chg="mod">
          <ac:chgData name="ANUSHA N M - 251100690004 - MSISMPL" userId="1777c829-8115-4e85-a30f-490c7858522c" providerId="ADAL" clId="{ACE3C4AA-672C-4CC2-95ED-CA635EED878C}" dt="2026-04-19T14:28:08.288" v="837" actId="20577"/>
          <ac:spMkLst>
            <pc:docMk/>
            <pc:sldMk cId="1573551517" sldId="463"/>
            <ac:spMk id="3" creationId="{20A313F9-BB8D-44F1-9DB3-B36A5B02C958}"/>
          </ac:spMkLst>
        </pc:spChg>
        <pc:picChg chg="add mod">
          <ac:chgData name="ANUSHA N M - 251100690004 - MSISMPL" userId="1777c829-8115-4e85-a30f-490c7858522c" providerId="ADAL" clId="{ACE3C4AA-672C-4CC2-95ED-CA635EED878C}" dt="2026-04-21T04:38:49.171" v="1524" actId="14100"/>
          <ac:picMkLst>
            <pc:docMk/>
            <pc:sldMk cId="1573551517" sldId="463"/>
            <ac:picMk id="4" creationId="{5C6D055F-D9C6-4F50-5721-A63CC84528C4}"/>
          </ac:picMkLst>
        </pc:picChg>
        <pc:picChg chg="del mod">
          <ac:chgData name="ANUSHA N M - 251100690004 - MSISMPL" userId="1777c829-8115-4e85-a30f-490c7858522c" providerId="ADAL" clId="{ACE3C4AA-672C-4CC2-95ED-CA635EED878C}" dt="2026-04-20T14:32:22.986" v="1332" actId="478"/>
          <ac:picMkLst>
            <pc:docMk/>
            <pc:sldMk cId="1573551517" sldId="463"/>
            <ac:picMk id="6" creationId="{8DD6D331-440F-87BB-C35F-DC2CD411BDD2}"/>
          </ac:picMkLst>
        </pc:picChg>
        <pc:picChg chg="add mod">
          <ac:chgData name="ANUSHA N M - 251100690004 - MSISMPL" userId="1777c829-8115-4e85-a30f-490c7858522c" providerId="ADAL" clId="{ACE3C4AA-672C-4CC2-95ED-CA635EED878C}" dt="2026-04-20T14:32:35.149" v="1335" actId="1076"/>
          <ac:picMkLst>
            <pc:docMk/>
            <pc:sldMk cId="1573551517" sldId="463"/>
            <ac:picMk id="7" creationId="{1FDFA935-16B9-028F-A70C-7B32CA21359A}"/>
          </ac:picMkLst>
        </pc:picChg>
        <pc:picChg chg="del">
          <ac:chgData name="ANUSHA N M - 251100690004 - MSISMPL" userId="1777c829-8115-4e85-a30f-490c7858522c" providerId="ADAL" clId="{ACE3C4AA-672C-4CC2-95ED-CA635EED878C}" dt="2026-04-20T14:31:08.458" v="1321" actId="478"/>
          <ac:picMkLst>
            <pc:docMk/>
            <pc:sldMk cId="1573551517" sldId="463"/>
            <ac:picMk id="8" creationId="{6D83DA39-FBB0-9D31-1395-5B2EB937FD8C}"/>
          </ac:picMkLst>
        </pc:picChg>
      </pc:sldChg>
      <pc:sldChg chg="modSp mod">
        <pc:chgData name="ANUSHA N M - 251100690004 - MSISMPL" userId="1777c829-8115-4e85-a30f-490c7858522c" providerId="ADAL" clId="{ACE3C4AA-672C-4CC2-95ED-CA635EED878C}" dt="2026-04-19T19:15:49.285" v="1313" actId="20577"/>
        <pc:sldMkLst>
          <pc:docMk/>
          <pc:sldMk cId="2126352998" sldId="464"/>
        </pc:sldMkLst>
        <pc:spChg chg="mod">
          <ac:chgData name="ANUSHA N M - 251100690004 - MSISMPL" userId="1777c829-8115-4e85-a30f-490c7858522c" providerId="ADAL" clId="{ACE3C4AA-672C-4CC2-95ED-CA635EED878C}" dt="2026-04-19T19:15:49.285" v="1313" actId="20577"/>
          <ac:spMkLst>
            <pc:docMk/>
            <pc:sldMk cId="2126352998" sldId="464"/>
            <ac:spMk id="5" creationId="{B77F5B72-1C01-48AA-BB4B-F5D7980AD148}"/>
          </ac:spMkLst>
        </pc:spChg>
      </pc:sldChg>
      <pc:sldChg chg="del">
        <pc:chgData name="ANUSHA N M - 251100690004 - MSISMPL" userId="1777c829-8115-4e85-a30f-490c7858522c" providerId="ADAL" clId="{ACE3C4AA-672C-4CC2-95ED-CA635EED878C}" dt="2026-04-20T15:31:18.698" v="1375" actId="47"/>
        <pc:sldMkLst>
          <pc:docMk/>
          <pc:sldMk cId="1574296500" sldId="465"/>
        </pc:sldMkLst>
      </pc:sldChg>
      <pc:sldChg chg="addSp modSp mod">
        <pc:chgData name="ANUSHA N M - 251100690004 - MSISMPL" userId="1777c829-8115-4e85-a30f-490c7858522c" providerId="ADAL" clId="{ACE3C4AA-672C-4CC2-95ED-CA635EED878C}" dt="2026-04-20T16:04:52.057" v="1497" actId="207"/>
        <pc:sldMkLst>
          <pc:docMk/>
          <pc:sldMk cId="2131709482" sldId="466"/>
        </pc:sldMkLst>
        <pc:spChg chg="mod">
          <ac:chgData name="ANUSHA N M - 251100690004 - MSISMPL" userId="1777c829-8115-4e85-a30f-490c7858522c" providerId="ADAL" clId="{ACE3C4AA-672C-4CC2-95ED-CA635EED878C}" dt="2026-04-20T16:03:41.210" v="1484" actId="1076"/>
          <ac:spMkLst>
            <pc:docMk/>
            <pc:sldMk cId="2131709482" sldId="466"/>
            <ac:spMk id="3" creationId="{E1002835-D63F-5A77-7576-1FD01FF4BE91}"/>
          </ac:spMkLst>
        </pc:spChg>
        <pc:spChg chg="mod">
          <ac:chgData name="ANUSHA N M - 251100690004 - MSISMPL" userId="1777c829-8115-4e85-a30f-490c7858522c" providerId="ADAL" clId="{ACE3C4AA-672C-4CC2-95ED-CA635EED878C}" dt="2026-04-20T16:03:48.444" v="1486" actId="1076"/>
          <ac:spMkLst>
            <pc:docMk/>
            <pc:sldMk cId="2131709482" sldId="466"/>
            <ac:spMk id="4" creationId="{6EBFB7A3-7D18-A6D4-94D4-13B3F9AFB6D1}"/>
          </ac:spMkLst>
        </pc:spChg>
        <pc:spChg chg="mod">
          <ac:chgData name="ANUSHA N M - 251100690004 - MSISMPL" userId="1777c829-8115-4e85-a30f-490c7858522c" providerId="ADAL" clId="{ACE3C4AA-672C-4CC2-95ED-CA635EED878C}" dt="2026-04-20T16:03:44.191" v="1485" actId="1076"/>
          <ac:spMkLst>
            <pc:docMk/>
            <pc:sldMk cId="2131709482" sldId="466"/>
            <ac:spMk id="5" creationId="{D7113CD7-911B-8B83-6CDB-714A25D1668E}"/>
          </ac:spMkLst>
        </pc:spChg>
        <pc:spChg chg="mod">
          <ac:chgData name="ANUSHA N M - 251100690004 - MSISMPL" userId="1777c829-8115-4e85-a30f-490c7858522c" providerId="ADAL" clId="{ACE3C4AA-672C-4CC2-95ED-CA635EED878C}" dt="2026-04-20T16:03:55.457" v="1487" actId="1076"/>
          <ac:spMkLst>
            <pc:docMk/>
            <pc:sldMk cId="2131709482" sldId="466"/>
            <ac:spMk id="6" creationId="{68BFE505-81D6-3A73-2512-D49F35931221}"/>
          </ac:spMkLst>
        </pc:spChg>
        <pc:spChg chg="add mod">
          <ac:chgData name="ANUSHA N M - 251100690004 - MSISMPL" userId="1777c829-8115-4e85-a30f-490c7858522c" providerId="ADAL" clId="{ACE3C4AA-672C-4CC2-95ED-CA635EED878C}" dt="2026-04-20T16:04:52.057" v="1497" actId="207"/>
          <ac:spMkLst>
            <pc:docMk/>
            <pc:sldMk cId="2131709482" sldId="466"/>
            <ac:spMk id="7" creationId="{78B57CB0-9A73-486C-7914-0210BD9FB8A0}"/>
          </ac:spMkLst>
        </pc:spChg>
      </pc:sldChg>
      <pc:sldChg chg="del">
        <pc:chgData name="ANUSHA N M - 251100690004 - MSISMPL" userId="1777c829-8115-4e85-a30f-490c7858522c" providerId="ADAL" clId="{ACE3C4AA-672C-4CC2-95ED-CA635EED878C}" dt="2026-04-20T15:31:22.573" v="1377" actId="47"/>
        <pc:sldMkLst>
          <pc:docMk/>
          <pc:sldMk cId="3432154714" sldId="467"/>
        </pc:sldMkLst>
      </pc:sldChg>
      <pc:sldChg chg="addSp delSp modSp add mod">
        <pc:chgData name="ANUSHA N M - 251100690004 - MSISMPL" userId="1777c829-8115-4e85-a30f-490c7858522c" providerId="ADAL" clId="{ACE3C4AA-672C-4CC2-95ED-CA635EED878C}" dt="2026-04-19T19:04:39.331" v="1283" actId="6549"/>
        <pc:sldMkLst>
          <pc:docMk/>
          <pc:sldMk cId="1997596445" sldId="469"/>
        </pc:sldMkLst>
        <pc:spChg chg="add mod">
          <ac:chgData name="ANUSHA N M - 251100690004 - MSISMPL" userId="1777c829-8115-4e85-a30f-490c7858522c" providerId="ADAL" clId="{ACE3C4AA-672C-4CC2-95ED-CA635EED878C}" dt="2026-04-19T18:56:48.518" v="1022" actId="14100"/>
          <ac:spMkLst>
            <pc:docMk/>
            <pc:sldMk cId="1997596445" sldId="469"/>
            <ac:spMk id="2" creationId="{F448C8C7-B14E-0F64-9B27-192ABCFDEA9D}"/>
          </ac:spMkLst>
        </pc:spChg>
        <pc:spChg chg="mod">
          <ac:chgData name="ANUSHA N M - 251100690004 - MSISMPL" userId="1777c829-8115-4e85-a30f-490c7858522c" providerId="ADAL" clId="{ACE3C4AA-672C-4CC2-95ED-CA635EED878C}" dt="2026-04-19T14:29:01.103" v="860" actId="20577"/>
          <ac:spMkLst>
            <pc:docMk/>
            <pc:sldMk cId="1997596445" sldId="469"/>
            <ac:spMk id="3" creationId="{97BF31D0-0300-7765-8131-46330C104609}"/>
          </ac:spMkLst>
        </pc:spChg>
        <pc:spChg chg="add mod">
          <ac:chgData name="ANUSHA N M - 251100690004 - MSISMPL" userId="1777c829-8115-4e85-a30f-490c7858522c" providerId="ADAL" clId="{ACE3C4AA-672C-4CC2-95ED-CA635EED878C}" dt="2026-04-19T19:04:39.331" v="1283" actId="6549"/>
          <ac:spMkLst>
            <pc:docMk/>
            <pc:sldMk cId="1997596445" sldId="469"/>
            <ac:spMk id="4" creationId="{33E19BD7-C6B9-15D7-6B7A-AF51A47E73F8}"/>
          </ac:spMkLst>
        </pc:spChg>
        <pc:spChg chg="add mod">
          <ac:chgData name="ANUSHA N M - 251100690004 - MSISMPL" userId="1777c829-8115-4e85-a30f-490c7858522c" providerId="ADAL" clId="{ACE3C4AA-672C-4CC2-95ED-CA635EED878C}" dt="2026-04-19T19:04:10.264" v="1280" actId="1076"/>
          <ac:spMkLst>
            <pc:docMk/>
            <pc:sldMk cId="1997596445" sldId="469"/>
            <ac:spMk id="5" creationId="{208AD62C-89FF-2873-21C6-26614E792D27}"/>
          </ac:spMkLst>
        </pc:spChg>
        <pc:spChg chg="add mod">
          <ac:chgData name="ANUSHA N M - 251100690004 - MSISMPL" userId="1777c829-8115-4e85-a30f-490c7858522c" providerId="ADAL" clId="{ACE3C4AA-672C-4CC2-95ED-CA635EED878C}" dt="2026-04-19T19:04:29.965" v="1282" actId="1076"/>
          <ac:spMkLst>
            <pc:docMk/>
            <pc:sldMk cId="1997596445" sldId="469"/>
            <ac:spMk id="6" creationId="{AF678E2F-0A97-6E07-A7BA-15BFCC869896}"/>
          </ac:spMkLst>
        </pc:spChg>
      </pc:sldChg>
      <pc:sldChg chg="addSp delSp modSp add mod">
        <pc:chgData name="ANUSHA N M - 251100690004 - MSISMPL" userId="1777c829-8115-4e85-a30f-490c7858522c" providerId="ADAL" clId="{ACE3C4AA-672C-4CC2-95ED-CA635EED878C}" dt="2026-04-20T15:46:14.028" v="1479" actId="1076"/>
        <pc:sldMkLst>
          <pc:docMk/>
          <pc:sldMk cId="1003126148" sldId="470"/>
        </pc:sldMkLst>
        <pc:spChg chg="add mod">
          <ac:chgData name="ANUSHA N M - 251100690004 - MSISMPL" userId="1777c829-8115-4e85-a30f-490c7858522c" providerId="ADAL" clId="{ACE3C4AA-672C-4CC2-95ED-CA635EED878C}" dt="2026-04-20T15:46:14.028" v="1479" actId="1076"/>
          <ac:spMkLst>
            <pc:docMk/>
            <pc:sldMk cId="1003126148" sldId="470"/>
            <ac:spMk id="10" creationId="{6F380CF0-E525-F685-360B-CFE3C4F3CF38}"/>
          </ac:spMkLst>
        </pc:spChg>
        <pc:picChg chg="add mod">
          <ac:chgData name="ANUSHA N M - 251100690004 - MSISMPL" userId="1777c829-8115-4e85-a30f-490c7858522c" providerId="ADAL" clId="{ACE3C4AA-672C-4CC2-95ED-CA635EED878C}" dt="2026-04-20T15:45:48.527" v="1472" actId="1076"/>
          <ac:picMkLst>
            <pc:docMk/>
            <pc:sldMk cId="1003126148" sldId="470"/>
            <ac:picMk id="4" creationId="{9CE38D58-ECB0-7F50-3A1E-D3D42CDC382D}"/>
          </ac:picMkLst>
        </pc:picChg>
        <pc:picChg chg="add mod">
          <ac:chgData name="ANUSHA N M - 251100690004 - MSISMPL" userId="1777c829-8115-4e85-a30f-490c7858522c" providerId="ADAL" clId="{ACE3C4AA-672C-4CC2-95ED-CA635EED878C}" dt="2026-04-20T15:46:07.496" v="1478" actId="1076"/>
          <ac:picMkLst>
            <pc:docMk/>
            <pc:sldMk cId="1003126148" sldId="470"/>
            <ac:picMk id="7" creationId="{D73AFB97-8E0B-3D28-B4FA-99DDBE62A4A2}"/>
          </ac:picMkLst>
        </pc:picChg>
      </pc:sldChg>
      <pc:sldChg chg="addSp delSp modSp add mod">
        <pc:chgData name="ANUSHA N M - 251100690004 - MSISMPL" userId="1777c829-8115-4e85-a30f-490c7858522c" providerId="ADAL" clId="{ACE3C4AA-672C-4CC2-95ED-CA635EED878C}" dt="2026-04-21T04:38:10.043" v="1522" actId="1076"/>
        <pc:sldMkLst>
          <pc:docMk/>
          <pc:sldMk cId="4074993667" sldId="471"/>
        </pc:sldMkLst>
        <pc:spChg chg="del">
          <ac:chgData name="ANUSHA N M - 251100690004 - MSISMPL" userId="1777c829-8115-4e85-a30f-490c7858522c" providerId="ADAL" clId="{ACE3C4AA-672C-4CC2-95ED-CA635EED878C}" dt="2026-04-20T14:29:56.891" v="1316" actId="478"/>
          <ac:spMkLst>
            <pc:docMk/>
            <pc:sldMk cId="4074993667" sldId="471"/>
            <ac:spMk id="9" creationId="{946B5BAC-A06B-16C0-B71D-9B66F859845D}"/>
          </ac:spMkLst>
        </pc:spChg>
        <pc:spChg chg="del">
          <ac:chgData name="ANUSHA N M - 251100690004 - MSISMPL" userId="1777c829-8115-4e85-a30f-490c7858522c" providerId="ADAL" clId="{ACE3C4AA-672C-4CC2-95ED-CA635EED878C}" dt="2026-04-20T14:29:54.800" v="1315" actId="478"/>
          <ac:spMkLst>
            <pc:docMk/>
            <pc:sldMk cId="4074993667" sldId="471"/>
            <ac:spMk id="12" creationId="{AF4B1160-0E44-7481-6D8A-E4121C1A6FEE}"/>
          </ac:spMkLst>
        </pc:spChg>
        <pc:picChg chg="add mod">
          <ac:chgData name="ANUSHA N M - 251100690004 - MSISMPL" userId="1777c829-8115-4e85-a30f-490c7858522c" providerId="ADAL" clId="{ACE3C4AA-672C-4CC2-95ED-CA635EED878C}" dt="2026-04-21T04:37:53.913" v="1520" actId="1076"/>
          <ac:picMkLst>
            <pc:docMk/>
            <pc:sldMk cId="4074993667" sldId="471"/>
            <ac:picMk id="4" creationId="{321D739A-4209-728C-94B7-F941CC8DBA91}"/>
          </ac:picMkLst>
        </pc:picChg>
        <pc:picChg chg="del">
          <ac:chgData name="ANUSHA N M - 251100690004 - MSISMPL" userId="1777c829-8115-4e85-a30f-490c7858522c" providerId="ADAL" clId="{ACE3C4AA-672C-4CC2-95ED-CA635EED878C}" dt="2026-04-20T14:29:59.113" v="1317" actId="478"/>
          <ac:picMkLst>
            <pc:docMk/>
            <pc:sldMk cId="4074993667" sldId="471"/>
            <ac:picMk id="6" creationId="{9CC3E474-9C80-4A40-E358-15C4225720CC}"/>
          </ac:picMkLst>
        </pc:picChg>
        <pc:picChg chg="add mod">
          <ac:chgData name="ANUSHA N M - 251100690004 - MSISMPL" userId="1777c829-8115-4e85-a30f-490c7858522c" providerId="ADAL" clId="{ACE3C4AA-672C-4CC2-95ED-CA635EED878C}" dt="2026-04-21T04:38:10.043" v="1522" actId="1076"/>
          <ac:picMkLst>
            <pc:docMk/>
            <pc:sldMk cId="4074993667" sldId="471"/>
            <ac:picMk id="7" creationId="{C0C00804-6ABD-12A7-743E-7D7C9BEEC902}"/>
          </ac:picMkLst>
        </pc:picChg>
        <pc:picChg chg="del">
          <ac:chgData name="ANUSHA N M - 251100690004 - MSISMPL" userId="1777c829-8115-4e85-a30f-490c7858522c" providerId="ADAL" clId="{ACE3C4AA-672C-4CC2-95ED-CA635EED878C}" dt="2026-04-20T14:30:01.041" v="1318" actId="478"/>
          <ac:picMkLst>
            <pc:docMk/>
            <pc:sldMk cId="4074993667" sldId="471"/>
            <ac:picMk id="8" creationId="{CC81848D-0CE6-1A15-DB38-9ECD80A95F60}"/>
          </ac:picMkLst>
        </pc:picChg>
      </pc:sldChg>
      <pc:sldChg chg="addSp delSp modSp add mod">
        <pc:chgData name="ANUSHA N M - 251100690004 - MSISMPL" userId="1777c829-8115-4e85-a30f-490c7858522c" providerId="ADAL" clId="{ACE3C4AA-672C-4CC2-95ED-CA635EED878C}" dt="2026-04-20T15:35:01.050" v="1402" actId="20577"/>
        <pc:sldMkLst>
          <pc:docMk/>
          <pc:sldMk cId="763555551" sldId="472"/>
        </pc:sldMkLst>
        <pc:spChg chg="add mod">
          <ac:chgData name="ANUSHA N M - 251100690004 - MSISMPL" userId="1777c829-8115-4e85-a30f-490c7858522c" providerId="ADAL" clId="{ACE3C4AA-672C-4CC2-95ED-CA635EED878C}" dt="2026-04-20T15:35:01.050" v="1402" actId="20577"/>
          <ac:spMkLst>
            <pc:docMk/>
            <pc:sldMk cId="763555551" sldId="472"/>
            <ac:spMk id="5" creationId="{CB41EC6F-B450-FE28-69E2-B32CF927C5F2}"/>
          </ac:spMkLst>
        </pc:spChg>
        <pc:spChg chg="mod">
          <ac:chgData name="ANUSHA N M - 251100690004 - MSISMPL" userId="1777c829-8115-4e85-a30f-490c7858522c" providerId="ADAL" clId="{ACE3C4AA-672C-4CC2-95ED-CA635EED878C}" dt="2026-04-20T15:33:07.455" v="1388" actId="207"/>
          <ac:spMkLst>
            <pc:docMk/>
            <pc:sldMk cId="763555551" sldId="472"/>
            <ac:spMk id="9" creationId="{A19F1E31-687E-B13B-3AF0-993D70543BF5}"/>
          </ac:spMkLst>
        </pc:spChg>
        <pc:spChg chg="mod">
          <ac:chgData name="ANUSHA N M - 251100690004 - MSISMPL" userId="1777c829-8115-4e85-a30f-490c7858522c" providerId="ADAL" clId="{ACE3C4AA-672C-4CC2-95ED-CA635EED878C}" dt="2026-04-20T15:33:33.925" v="1392" actId="207"/>
          <ac:spMkLst>
            <pc:docMk/>
            <pc:sldMk cId="763555551" sldId="472"/>
            <ac:spMk id="11" creationId="{56604B69-0B20-3325-A2B2-E98347FF6743}"/>
          </ac:spMkLst>
        </pc:spChg>
        <pc:spChg chg="mod">
          <ac:chgData name="ANUSHA N M - 251100690004 - MSISMPL" userId="1777c829-8115-4e85-a30f-490c7858522c" providerId="ADAL" clId="{ACE3C4AA-672C-4CC2-95ED-CA635EED878C}" dt="2026-04-20T15:34:48.320" v="1401" actId="207"/>
          <ac:spMkLst>
            <pc:docMk/>
            <pc:sldMk cId="763555551" sldId="472"/>
            <ac:spMk id="12" creationId="{66FECF36-0312-77E8-15AC-13A22B1EA011}"/>
          </ac:spMkLst>
        </pc:spChg>
        <pc:picChg chg="add mod">
          <ac:chgData name="ANUSHA N M - 251100690004 - MSISMPL" userId="1777c829-8115-4e85-a30f-490c7858522c" providerId="ADAL" clId="{ACE3C4AA-672C-4CC2-95ED-CA635EED878C}" dt="2026-04-20T14:36:21.074" v="1362" actId="14100"/>
          <ac:picMkLst>
            <pc:docMk/>
            <pc:sldMk cId="763555551" sldId="472"/>
            <ac:picMk id="4" creationId="{459B607E-DDE6-C931-0BDA-72A07BAE9720}"/>
          </ac:picMkLst>
        </pc:picChg>
        <pc:picChg chg="del">
          <ac:chgData name="ANUSHA N M - 251100690004 - MSISMPL" userId="1777c829-8115-4e85-a30f-490c7858522c" providerId="ADAL" clId="{ACE3C4AA-672C-4CC2-95ED-CA635EED878C}" dt="2026-04-20T14:35:20.628" v="1349" actId="478"/>
          <ac:picMkLst>
            <pc:docMk/>
            <pc:sldMk cId="763555551" sldId="472"/>
            <ac:picMk id="8" creationId="{B65B5CDF-5B6B-9386-3851-CBED743FA349}"/>
          </ac:picMkLst>
        </pc:picChg>
      </pc:sldChg>
      <pc:sldChg chg="addSp delSp modSp add mod">
        <pc:chgData name="ANUSHA N M - 251100690004 - MSISMPL" userId="1777c829-8115-4e85-a30f-490c7858522c" providerId="ADAL" clId="{ACE3C4AA-672C-4CC2-95ED-CA635EED878C}" dt="2026-04-21T04:36:04.023" v="1516" actId="14100"/>
        <pc:sldMkLst>
          <pc:docMk/>
          <pc:sldMk cId="378136503" sldId="473"/>
        </pc:sldMkLst>
        <pc:spChg chg="add mod">
          <ac:chgData name="ANUSHA N M - 251100690004 - MSISMPL" userId="1777c829-8115-4e85-a30f-490c7858522c" providerId="ADAL" clId="{ACE3C4AA-672C-4CC2-95ED-CA635EED878C}" dt="2026-04-20T16:09:12.132" v="1514" actId="207"/>
          <ac:spMkLst>
            <pc:docMk/>
            <pc:sldMk cId="378136503" sldId="473"/>
            <ac:spMk id="5" creationId="{0DD1D01B-11F9-457D-CB0C-6631C53AC8E9}"/>
          </ac:spMkLst>
        </pc:spChg>
        <pc:spChg chg="mod">
          <ac:chgData name="ANUSHA N M - 251100690004 - MSISMPL" userId="1777c829-8115-4e85-a30f-490c7858522c" providerId="ADAL" clId="{ACE3C4AA-672C-4CC2-95ED-CA635EED878C}" dt="2026-04-20T15:39:13.983" v="1437" actId="207"/>
          <ac:spMkLst>
            <pc:docMk/>
            <pc:sldMk cId="378136503" sldId="473"/>
            <ac:spMk id="9" creationId="{5A9F3B41-0957-1CB7-7615-D518193015C7}"/>
          </ac:spMkLst>
        </pc:spChg>
        <pc:spChg chg="mod">
          <ac:chgData name="ANUSHA N M - 251100690004 - MSISMPL" userId="1777c829-8115-4e85-a30f-490c7858522c" providerId="ADAL" clId="{ACE3C4AA-672C-4CC2-95ED-CA635EED878C}" dt="2026-04-20T15:39:13.983" v="1437" actId="207"/>
          <ac:spMkLst>
            <pc:docMk/>
            <pc:sldMk cId="378136503" sldId="473"/>
            <ac:spMk id="11" creationId="{B8590DDB-6AF7-C541-21B7-129B99FEC3B8}"/>
          </ac:spMkLst>
        </pc:spChg>
        <pc:spChg chg="mod">
          <ac:chgData name="ANUSHA N M - 251100690004 - MSISMPL" userId="1777c829-8115-4e85-a30f-490c7858522c" providerId="ADAL" clId="{ACE3C4AA-672C-4CC2-95ED-CA635EED878C}" dt="2026-04-20T15:39:13.983" v="1437" actId="207"/>
          <ac:spMkLst>
            <pc:docMk/>
            <pc:sldMk cId="378136503" sldId="473"/>
            <ac:spMk id="12" creationId="{D5E5BC36-D9A5-6C3C-E038-955078893120}"/>
          </ac:spMkLst>
        </pc:spChg>
        <pc:picChg chg="add mod modCrop">
          <ac:chgData name="ANUSHA N M - 251100690004 - MSISMPL" userId="1777c829-8115-4e85-a30f-490c7858522c" providerId="ADAL" clId="{ACE3C4AA-672C-4CC2-95ED-CA635EED878C}" dt="2026-04-21T04:36:04.023" v="1516" actId="14100"/>
          <ac:picMkLst>
            <pc:docMk/>
            <pc:sldMk cId="378136503" sldId="473"/>
            <ac:picMk id="4" creationId="{011EE2E5-07D1-C7FD-566D-EFA668E1A0FD}"/>
          </ac:picMkLst>
        </pc:picChg>
        <pc:picChg chg="del">
          <ac:chgData name="ANUSHA N M - 251100690004 - MSISMPL" userId="1777c829-8115-4e85-a30f-490c7858522c" providerId="ADAL" clId="{ACE3C4AA-672C-4CC2-95ED-CA635EED878C}" dt="2026-04-20T14:36:24.430" v="1363" actId="478"/>
          <ac:picMkLst>
            <pc:docMk/>
            <pc:sldMk cId="378136503" sldId="473"/>
            <ac:picMk id="8" creationId="{E2C36F6C-B4A1-7A0E-D501-4BA4A7105A5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9E7B17-C078-4C50-9935-3DE50FC9D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0635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0250" y="685800"/>
            <a:ext cx="53975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E4430F-96D5-4F5E-AF15-BF5EB88FA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235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685800"/>
            <a:ext cx="53975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F13E6-9754-D286-F886-94BD3C1F248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87E0-E2EE-7652-8004-217F4CFEC0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289941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58DE-D70C-D714-EF00-28DB8BB0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36023-BF1E-C34B-8390-EA80FA9CF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11A02-0015-114F-3D47-0D4C74724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E2129-A8F7-83C0-1C91-7412CE739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D1D2C-F696-D29B-3D91-40DED773A5F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A09F6-FFDF-E022-7D60-43196547DC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348781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3FFA0-4AB8-F34D-32F9-05E33056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FC19D-B5FB-99F3-D23E-F4A5D565A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DDAC7-2318-56E4-1486-0F2B3BB1A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852E7-7E7C-9592-8154-BBFDF5FDDE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56519-9782-3102-36B0-4A8802B147B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D141F-22EA-4B3B-BA0E-4CE3EE2ABB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1377881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6B2C1-DB78-FED0-4A55-57D3D0A63AB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6F9E7-CA59-88CC-BE7C-57B03DB4FE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263545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994A1-7DB1-E921-6CF2-DDFF5D85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B0734-0682-E9B9-E606-7F5E6816A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6C705-B2F0-DA77-AE65-9FF2FB76B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ED2DF-B9E5-EEF1-86A2-8D1CFAF42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349EB-C949-B676-6B63-B3CD80D8E38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BA065-7CDB-839F-3B14-AEC65610C7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4051954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C1C7-1087-97B0-C791-E487E8FC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484CF-C792-B291-8A3A-5AB65E485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4AE5D-906A-38A2-054D-19E191478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75842-A3A1-D530-9155-28DB7DCF9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25158-283A-F944-22D7-50ED245F9F0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5F351-838E-5009-E39D-B55953F929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4279261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85E5D-D414-2359-8DFD-5F02E32E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DCA66-90FF-06C8-1D3B-4F18FBB4F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379AE-2199-03E4-531E-058DDD5E3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1744D-2700-626E-E68E-F6F54A7BF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5ECB5-B622-9D06-E2D7-65D2390D40C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210D7-50F4-72A2-2C22-7630088924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2561826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6A782-AF76-F564-811E-3F16527799E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18-03-2026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DD2EE-7A61-440D-C4BA-C1A6A9242F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MANIPAL SCHOOL OF INFORMATION SCIENCES, MAHE - MANIPAL</a:t>
            </a:r>
          </a:p>
        </p:txBody>
      </p:sp>
    </p:spTree>
    <p:extLst>
      <p:ext uri="{BB962C8B-B14F-4D97-AF65-F5344CB8AC3E}">
        <p14:creationId xmlns:p14="http://schemas.microsoft.com/office/powerpoint/2010/main" val="19235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-719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 - MANIPAL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21-04-2026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6B400A-18F2-7C2D-EE12-81E8F5C0F6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21-04-2026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8A5FFB0-7D75-7D8F-69AA-06F58721E6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543635"/>
            <a:ext cx="10799763" cy="314365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21-04-2026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8577047-6146-1D25-9956-92F75CF7F1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21-04-2026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245B9F0-4234-557E-4095-FFFC7BB911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21-04-2026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8F05B4-5452-D801-AFC2-06E3B2CD2A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21-04-2026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E2D58E9-A9D1-B37E-489B-30A70CCA1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9" y="10732"/>
            <a:ext cx="2524462" cy="68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4"/>
          <p:cNvSpPr txBox="1">
            <a:spLocks noChangeArrowheads="1"/>
          </p:cNvSpPr>
          <p:nvPr/>
        </p:nvSpPr>
        <p:spPr bwMode="auto">
          <a:xfrm>
            <a:off x="2504281" y="176213"/>
            <a:ext cx="7315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335992"/>
              </p:ext>
            </p:extLst>
          </p:nvPr>
        </p:nvGraphicFramePr>
        <p:xfrm>
          <a:off x="1151409" y="1484784"/>
          <a:ext cx="8534400" cy="4680520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688">
                  <a:extLst>
                    <a:ext uri="{9D8B030D-6E8A-4147-A177-3AD203B41FA5}">
                      <a16:colId xmlns:a16="http://schemas.microsoft.com/office/drawing/2014/main" val="2598869161"/>
                    </a:ext>
                  </a:extLst>
                </a:gridCol>
              </a:tblGrid>
              <a:tr h="151216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Reg No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Name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Branch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251100690002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Krupal Sonidi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Cyber Security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251100690004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Anusha N 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Cyber Security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8156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251100690037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Daksha 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Cyber Security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774338"/>
                  </a:ext>
                </a:extLst>
              </a:tr>
              <a:tr h="113553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Project</a:t>
                      </a:r>
                      <a:r>
                        <a:rPr lang="en-US" sz="1800" b="0" i="0" baseline="0" dirty="0">
                          <a:effectLst/>
                          <a:latin typeface="Times New Roman"/>
                        </a:rPr>
                        <a:t> Title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ML Powered Network Threat Detection and Prevention</a:t>
                      </a:r>
                      <a:endParaRPr lang="en-IN" sz="1800" b="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64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Guide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IN" sz="1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Samarendranath Bhattacharya (Assistant Professor )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8064177" y="188640"/>
            <a:ext cx="241865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353" y="1484784"/>
            <a:ext cx="8839200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Objective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Literature Review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60121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b="1" dirty="0">
              <a:solidFill>
                <a:srgbClr val="D47D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BDFAA25-61D8-186C-0F4E-74FBB77B63BA}"/>
              </a:ext>
            </a:extLst>
          </p:cNvPr>
          <p:cNvSpPr/>
          <p:nvPr/>
        </p:nvSpPr>
        <p:spPr>
          <a:xfrm>
            <a:off x="755364" y="1020221"/>
            <a:ext cx="9289033" cy="869126"/>
          </a:xfrm>
          <a:prstGeom prst="flowChartAlternateProcess">
            <a:avLst/>
          </a:prstGeom>
          <a:solidFill>
            <a:srgbClr val="FF99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attacks like SYN, UDP, and ICMP floods are increasing, and traditional systems fail to detect them in real time, this project uses an ML-based IDPS to monitor live traffic and detect anomalies.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5B227807-BE25-E46B-9254-F22A72FA8198}"/>
              </a:ext>
            </a:extLst>
          </p:cNvPr>
          <p:cNvSpPr/>
          <p:nvPr/>
        </p:nvSpPr>
        <p:spPr>
          <a:xfrm>
            <a:off x="755364" y="2188606"/>
            <a:ext cx="9289033" cy="869126"/>
          </a:xfrm>
          <a:prstGeom prst="flowChartAlternateProcess">
            <a:avLst/>
          </a:prstGeom>
          <a:solidFill>
            <a:srgbClr val="FF99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Splunk enables centralized monitoring and real-time analysis of threats, while n8n automates response actions like blocking malicious IPs.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952B5-0B00-ECF1-3ED2-EDBC6519C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7" t="25552" r="5327" b="4772"/>
          <a:stretch>
            <a:fillRect/>
          </a:stretch>
        </p:blipFill>
        <p:spPr>
          <a:xfrm>
            <a:off x="1799479" y="3356992"/>
            <a:ext cx="7200801" cy="30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48153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02835-D63F-5A77-7576-1FD01FF4BE91}"/>
              </a:ext>
            </a:extLst>
          </p:cNvPr>
          <p:cNvSpPr/>
          <p:nvPr/>
        </p:nvSpPr>
        <p:spPr>
          <a:xfrm>
            <a:off x="1567466" y="1196752"/>
            <a:ext cx="3124200" cy="1368151"/>
          </a:xfrm>
          <a:prstGeom prst="rect">
            <a:avLst/>
          </a:prstGeom>
          <a:solidFill>
            <a:srgbClr val="D47D2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network attacks in real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FB7A3-7D18-A6D4-94D4-13B3F9AFB6D1}"/>
              </a:ext>
            </a:extLst>
          </p:cNvPr>
          <p:cNvSpPr/>
          <p:nvPr/>
        </p:nvSpPr>
        <p:spPr>
          <a:xfrm>
            <a:off x="1580010" y="3068960"/>
            <a:ext cx="3124200" cy="1368153"/>
          </a:xfrm>
          <a:prstGeom prst="rect">
            <a:avLst/>
          </a:prstGeom>
          <a:solidFill>
            <a:srgbClr val="D47D2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block malicious IP addresses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13CD7-911B-8B83-6CDB-714A25D1668E}"/>
              </a:ext>
            </a:extLst>
          </p:cNvPr>
          <p:cNvSpPr/>
          <p:nvPr/>
        </p:nvSpPr>
        <p:spPr>
          <a:xfrm>
            <a:off x="6095553" y="1196753"/>
            <a:ext cx="3124200" cy="1368150"/>
          </a:xfrm>
          <a:prstGeom prst="rect">
            <a:avLst/>
          </a:prstGeom>
          <a:solidFill>
            <a:srgbClr val="D47D2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traffic using Machine Learning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FE505-81D6-3A73-2512-D49F35931221}"/>
              </a:ext>
            </a:extLst>
          </p:cNvPr>
          <p:cNvSpPr/>
          <p:nvPr/>
        </p:nvSpPr>
        <p:spPr>
          <a:xfrm>
            <a:off x="6095553" y="3068960"/>
            <a:ext cx="3124200" cy="1368152"/>
          </a:xfrm>
          <a:prstGeom prst="rect">
            <a:avLst/>
          </a:prstGeom>
          <a:solidFill>
            <a:srgbClr val="D47D2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Splunk for real-time log analysis and security monitoring.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B57CB0-9A73-486C-7914-0210BD9FB8A0}"/>
              </a:ext>
            </a:extLst>
          </p:cNvPr>
          <p:cNvSpPr/>
          <p:nvPr/>
        </p:nvSpPr>
        <p:spPr>
          <a:xfrm>
            <a:off x="3837781" y="4941169"/>
            <a:ext cx="3124200" cy="1368152"/>
          </a:xfrm>
          <a:prstGeom prst="rect">
            <a:avLst/>
          </a:prstGeom>
          <a:solidFill>
            <a:srgbClr val="D47D2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n8n to automate incident response and alert workflows.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0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395ECE-7A09-68F9-0D57-03D508C79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637257"/>
              </p:ext>
            </p:extLst>
          </p:nvPr>
        </p:nvGraphicFramePr>
        <p:xfrm>
          <a:off x="179301" y="764705"/>
          <a:ext cx="10441159" cy="568863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3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898">
                  <a:extLst>
                    <a:ext uri="{9D8B030D-6E8A-4147-A177-3AD203B41FA5}">
                      <a16:colId xmlns:a16="http://schemas.microsoft.com/office/drawing/2014/main" val="3872599472"/>
                    </a:ext>
                  </a:extLst>
                </a:gridCol>
                <a:gridCol w="1160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7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10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98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88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&amp;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/ Approach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 / Methods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/ Evaluation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/ Comments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2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Simple and Robust Approach of Random Forest for Intrusion Detection System in Cyber Security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Manish Choubisa, Dr. Ruchi Doshi, Dr. Narendra Khatri, Dr. Kamal Kant Hiran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machine learning-based IDS using Random Forest classifier with random feature selection to improve robustness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Incorporates random feature selection to reduce dimensionality.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robust and efficient intrusion detection.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classification of normal vs attack traffic.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 standard IDS datasets (e.g., KDD-based datasets) (not explicitly detailed in abstract)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performs better than many traditional classifiers for IDS. Improved accuracy and robustness in detecting attacks.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selection enhances performance and reduces complexity.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discussion on real-time deployment 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details and diversity not clearly emphasized.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address zero-day attacks or adversarial attacks.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with deep learning models is limited.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5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Real-Time Network Intrusion Detection using Machine Learning and Deep Learning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Divyanshu Joshi, Vivek Bagmar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real-time intrusion detection system using AI (ML + DL) to identify malicious network traffic.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methods across URL-, HTML-, visual-based detectors; proposes prototype classifier.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KDD-based dataset (e.g., KDDCup’99) 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using Accuracy, Precision, Recall, F1-score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delivers top performance (~99.8%), proving AI-based IDS is accurate, stable, and superior to traditional methods.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binary detection with limited coverage of real-world scenarios, zero-day attacks, and deep learning.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0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0C3A-B2EF-4417-BC2D-F4CD05EE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AD54D6-6FCA-73C8-7959-A74C5AF0DB5B}"/>
              </a:ext>
            </a:extLst>
          </p:cNvPr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6E9B68-53B2-1F54-2305-0993567BF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3589"/>
              </p:ext>
            </p:extLst>
          </p:nvPr>
        </p:nvGraphicFramePr>
        <p:xfrm>
          <a:off x="291802" y="1196752"/>
          <a:ext cx="10216157" cy="3069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929">
                  <a:extLst>
                    <a:ext uri="{9D8B030D-6E8A-4147-A177-3AD203B41FA5}">
                      <a16:colId xmlns:a16="http://schemas.microsoft.com/office/drawing/2014/main" val="3570282737"/>
                    </a:ext>
                  </a:extLst>
                </a:gridCol>
                <a:gridCol w="1301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7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97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Intrusion Detection System using Random Forest and Gradient Boosting Machines (2024, CONIT)</a:t>
                      </a:r>
                      <a:endParaRPr lang="en-IN" sz="1400" b="1" i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D47D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Indira Bharathi, Rohan Makhija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IDS using ensemble learning techniques (Random Forest + Gradient Boosting) for improved intrusion detection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RF and GBM with preprocessing and feature selection to classify normal and attack traffic accurately.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standard IDS datasets (e.g., KDD-based datasets)</a:t>
                      </a:r>
                    </a:p>
                    <a:p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using accuracy, precision, recall, F1-score</a:t>
                      </a: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models improve detection accuracy and performance.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enhances prediction over single models. </a:t>
                      </a:r>
                      <a:b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provides stability and robustness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real-time implementation with outdated datasets and minimal comparison to deep learning.</a:t>
                      </a:r>
                      <a:endParaRPr lang="en-IN" sz="14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97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5240-9418-F03A-BED9-023FBC3D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EFCA9-3274-C03C-FD2E-17D5678F978E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A19F1E31-687E-B13B-3AF0-993D70543BF5}"/>
              </a:ext>
            </a:extLst>
          </p:cNvPr>
          <p:cNvSpPr/>
          <p:nvPr/>
        </p:nvSpPr>
        <p:spPr>
          <a:xfrm>
            <a:off x="863377" y="4344173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Captures and processes live network traffic.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56604B69-0B20-3325-A2B2-E98347FF6743}"/>
              </a:ext>
            </a:extLst>
          </p:cNvPr>
          <p:cNvSpPr/>
          <p:nvPr/>
        </p:nvSpPr>
        <p:spPr>
          <a:xfrm>
            <a:off x="5782268" y="4344173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 features and applies ML-based detection.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6FECF36-0312-77E8-15AC-13A22B1EA011}"/>
              </a:ext>
            </a:extLst>
          </p:cNvPr>
          <p:cNvSpPr/>
          <p:nvPr/>
        </p:nvSpPr>
        <p:spPr>
          <a:xfrm>
            <a:off x="5782269" y="5445224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riggers action if an attack is detected.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B607E-DDE6-C931-0BDA-72A07BAE9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465" y="833439"/>
            <a:ext cx="7416824" cy="3410596"/>
          </a:xfrm>
          <a:prstGeom prst="rect">
            <a:avLst/>
          </a:prstGeom>
        </p:spPr>
      </p:pic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CB41EC6F-B450-FE28-69E2-B32CF927C5F2}"/>
              </a:ext>
            </a:extLst>
          </p:cNvPr>
          <p:cNvSpPr/>
          <p:nvPr/>
        </p:nvSpPr>
        <p:spPr>
          <a:xfrm>
            <a:off x="863377" y="5445224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Classifies traffic (ICMP, UDP, SYN, Normal).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5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3DB24-48B4-2F24-C496-42E3FC5D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54DD3-6199-A70C-9DCF-FE3948CF24EC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5A9F3B41-0957-1CB7-7615-D518193015C7}"/>
              </a:ext>
            </a:extLst>
          </p:cNvPr>
          <p:cNvSpPr/>
          <p:nvPr/>
        </p:nvSpPr>
        <p:spPr>
          <a:xfrm>
            <a:off x="1029741" y="4401108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 and monitors attacks using Splunk.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B8590DDB-6AF7-C541-21B7-129B99FEC3B8}"/>
              </a:ext>
            </a:extLst>
          </p:cNvPr>
          <p:cNvSpPr/>
          <p:nvPr/>
        </p:nvSpPr>
        <p:spPr>
          <a:xfrm>
            <a:off x="5615905" y="4401108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response using n8n.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D5E5BC36-D9A5-6C3C-E038-955078893120}"/>
              </a:ext>
            </a:extLst>
          </p:cNvPr>
          <p:cNvSpPr/>
          <p:nvPr/>
        </p:nvSpPr>
        <p:spPr>
          <a:xfrm>
            <a:off x="1029740" y="5477043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Blocks attacker IP and unblocks after a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EE2E5-07D1-C7FD-566D-EFA668E1A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31"/>
          <a:stretch>
            <a:fillRect/>
          </a:stretch>
        </p:blipFill>
        <p:spPr>
          <a:xfrm>
            <a:off x="1727473" y="908720"/>
            <a:ext cx="7344816" cy="3384376"/>
          </a:xfrm>
          <a:prstGeom prst="rect">
            <a:avLst/>
          </a:prstGeom>
        </p:spPr>
      </p:pic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DD1D01B-11F9-457D-CB0C-6631C53AC8E9}"/>
              </a:ext>
            </a:extLst>
          </p:cNvPr>
          <p:cNvSpPr/>
          <p:nvPr/>
        </p:nvSpPr>
        <p:spPr>
          <a:xfrm>
            <a:off x="5615905" y="5477043"/>
            <a:ext cx="4154117" cy="93610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Continues real-time monitoring.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3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068412FE-60EC-2F6E-5C3C-5FFEEE70509B}"/>
              </a:ext>
            </a:extLst>
          </p:cNvPr>
          <p:cNvSpPr/>
          <p:nvPr/>
        </p:nvSpPr>
        <p:spPr>
          <a:xfrm>
            <a:off x="6050223" y="2736788"/>
            <a:ext cx="4622906" cy="129614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simulated attacks live traffic in the system. The model accurately detected attacks in real-time and classified them.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1633575A-3E3F-9FBF-0067-944A2B4C3C62}"/>
              </a:ext>
            </a:extLst>
          </p:cNvPr>
          <p:cNvSpPr/>
          <p:nvPr/>
        </p:nvSpPr>
        <p:spPr>
          <a:xfrm>
            <a:off x="6050223" y="4437112"/>
            <a:ext cx="4622906" cy="1296144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automatic response by blocking attacker IPs for 60 seconds and unblocking them dynamically.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6D055F-D9C6-4F50-5721-A63CC8452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05" y="892739"/>
            <a:ext cx="7632848" cy="1601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DFA935-16B9-028F-A70C-7B32CA213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05" y="2617943"/>
            <a:ext cx="5683175" cy="363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5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AC7C-8728-41F3-1C02-B99BDB25E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E9A3C8-80B9-2DCA-ED27-377054A140F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1D739A-4209-728C-94B7-F941CC8DB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785" y="3717032"/>
            <a:ext cx="5832649" cy="2745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C00804-6ABD-12A7-743E-7D7C9BEEC9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13" y="840669"/>
            <a:ext cx="5832649" cy="274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9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A9A3-1082-A8F4-8878-D80F07D2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F4B783-5A48-AF03-6698-28BD9624158B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38D58-ECB0-7F50-3A1E-D3D42CDC3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92" y="836712"/>
            <a:ext cx="5801634" cy="3281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AFB97-8E0B-3D28-B4FA-99DDBE62A4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309" y="4148824"/>
            <a:ext cx="6901688" cy="2335344"/>
          </a:xfrm>
          <a:prstGeom prst="rect">
            <a:avLst/>
          </a:prstGeom>
        </p:spPr>
      </p:pic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F380CF0-E525-F685-360B-CFE3C4F3CF38}"/>
              </a:ext>
            </a:extLst>
          </p:cNvPr>
          <p:cNvSpPr/>
          <p:nvPr/>
        </p:nvSpPr>
        <p:spPr>
          <a:xfrm>
            <a:off x="6624017" y="2477352"/>
            <a:ext cx="3454114" cy="836228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Splunk and n8n.</a:t>
            </a:r>
          </a:p>
        </p:txBody>
      </p:sp>
    </p:spTree>
    <p:extLst>
      <p:ext uri="{BB962C8B-B14F-4D97-AF65-F5344CB8AC3E}">
        <p14:creationId xmlns:p14="http://schemas.microsoft.com/office/powerpoint/2010/main" val="100312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0B1B-836F-BD5C-9F7D-EEDEF9EC3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BF31D0-0300-7765-8131-46330C104609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6291D3D-92E5-95E0-8951-2F321283B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7997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network traffic is captured and features are extracted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(time windows)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F448C8C7-B14E-0F64-9B27-192ABCFDEA9D}"/>
              </a:ext>
            </a:extLst>
          </p:cNvPr>
          <p:cNvSpPr/>
          <p:nvPr/>
        </p:nvSpPr>
        <p:spPr>
          <a:xfrm>
            <a:off x="287313" y="1052736"/>
            <a:ext cx="10219566" cy="720079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network traffic monitoring and feature extraction.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33E19BD7-C6B9-15D7-6B7A-AF51A47E73F8}"/>
              </a:ext>
            </a:extLst>
          </p:cNvPr>
          <p:cNvSpPr/>
          <p:nvPr/>
        </p:nvSpPr>
        <p:spPr>
          <a:xfrm>
            <a:off x="305644" y="3842301"/>
            <a:ext cx="10219566" cy="720079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blocking and dynamic unblocking of malicious IPS based on the detection.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08AD62C-89FF-2873-21C6-26614E792D27}"/>
              </a:ext>
            </a:extLst>
          </p:cNvPr>
          <p:cNvSpPr/>
          <p:nvPr/>
        </p:nvSpPr>
        <p:spPr>
          <a:xfrm>
            <a:off x="297462" y="2449333"/>
            <a:ext cx="10219566" cy="720079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 of attacks using Machine Learning (Random Forest). Successfully identified SYN, UDP, ICMP or the normal traffic. 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F678E2F-0A97-6E07-A7BA-15BFCC869896}"/>
              </a:ext>
            </a:extLst>
          </p:cNvPr>
          <p:cNvSpPr/>
          <p:nvPr/>
        </p:nvSpPr>
        <p:spPr>
          <a:xfrm>
            <a:off x="305644" y="5235269"/>
            <a:ext cx="10219566" cy="720079"/>
          </a:xfrm>
          <a:prstGeom prst="flowChartAlternateProcess">
            <a:avLst/>
          </a:prstGeom>
          <a:solidFill>
            <a:srgbClr val="D47D26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with real-time response, integrated with Splunk and n8n for monitoring and automation.</a:t>
            </a:r>
          </a:p>
        </p:txBody>
      </p:sp>
    </p:spTree>
    <p:extLst>
      <p:ext uri="{BB962C8B-B14F-4D97-AF65-F5344CB8AC3E}">
        <p14:creationId xmlns:p14="http://schemas.microsoft.com/office/powerpoint/2010/main" val="199759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359321" y="979066"/>
            <a:ext cx="9649072" cy="48998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1. Manhas, P., &amp; Jaismeen. "Packet Sniffer," International Advanced Research Journal in Science, Engineering and Technology (IARJSET), Vol. 9, Issue 2, Feb. 2022. DOI: 10.17148/IARJSET.2022.9228.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400" dirty="0"/>
              <a:t>2. Raj, M. S. A., Priyadarshini, S. J., &amp; D., M. "Investigation of Data Interception and its Vulnerabilities in HTTP and HTTPS networks through Packet Sniffers," 2024 2nd International Conference on Networking and Communications (ICNWC), IEEE, 2024. DOI: 10.1109/ICNWC60771.2024.10537403.</a:t>
            </a:r>
          </a:p>
          <a:p>
            <a:pPr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/>
              <a:t>3. Siswanto, A., Syukur, A., Kadir, E. A., &amp; Suratin. "Network Traffic Monitoring and Analysis Using Packet Sniffer," 2019 IEEE Conference on Network and Information Security, Institute of Electrical and Electronics Engineers, 2019.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/>
              <a:t>4. Pallavi Asrodia, H. Patel, "Network Traffic Analysis Using Packet Sniffer," International Journal of Engineering Research and Applications, Vol. 2, Issue 3, May-Jun 2012, pp. 854 856. 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/>
              <a:t>5. Nayak</a:t>
            </a:r>
            <a:r>
              <a:rPr lang="en-US" sz="1400" dirty="0"/>
              <a:t>, P., Brahmananda, S. H., &amp; Sahana, D. S., "An Approach to Sniff Sensitive Information by Packet Sniffing," International Journal of Computer Applications in Engineering Sciences, Vol. 3, Special Issue, 2013.</a:t>
            </a:r>
          </a:p>
        </p:txBody>
      </p:sp>
    </p:spTree>
    <p:extLst>
      <p:ext uri="{BB962C8B-B14F-4D97-AF65-F5344CB8AC3E}">
        <p14:creationId xmlns:p14="http://schemas.microsoft.com/office/powerpoint/2010/main" val="21263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539" y="1982450"/>
            <a:ext cx="7148684" cy="144655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23550</TotalTime>
  <Words>1056</Words>
  <Application>Microsoft Office PowerPoint</Application>
  <PresentationFormat>Custom</PresentationFormat>
  <Paragraphs>123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Sabon LT Std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MAHE</dc:creator>
  <cp:lastModifiedBy>ANUSHA N M - 251100690004 - MSISMPL</cp:lastModifiedBy>
  <cp:revision>892</cp:revision>
  <dcterms:created xsi:type="dcterms:W3CDTF">2007-08-14T09:37:21Z</dcterms:created>
  <dcterms:modified xsi:type="dcterms:W3CDTF">2026-04-21T04:38:52Z</dcterms:modified>
</cp:coreProperties>
</file>